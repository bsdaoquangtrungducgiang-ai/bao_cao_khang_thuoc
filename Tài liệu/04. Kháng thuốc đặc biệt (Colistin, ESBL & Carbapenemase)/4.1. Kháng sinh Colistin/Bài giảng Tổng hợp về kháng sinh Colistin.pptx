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5"/>
  </p:handoutMasterIdLst>
  <p:sldIdLst>
    <p:sldId id="313" r:id="rId2"/>
    <p:sldId id="258" r:id="rId3"/>
    <p:sldId id="259" r:id="rId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4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6341"/>
  </p:normalViewPr>
  <p:slideViewPr>
    <p:cSldViewPr snapToGrid="0">
      <p:cViewPr varScale="1">
        <p:scale>
          <a:sx n="105" d="100"/>
          <a:sy n="105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251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EBD5AA-2823-A0BD-8916-9A406C5A06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A64AA-74F9-50AD-BBF6-D75B84649B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94768-C2D8-7241-8B17-D7DEF591F398}" type="datetimeFigureOut">
              <a:rPr lang="en-VN" smtClean="0"/>
              <a:t>16/12/2024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DC460-8AAB-3184-EEC4-AF2249DE87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0DE91-3AE6-233F-127C-0DAA63457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79643-877E-004A-A928-388D36C3762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13902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F26C-BA30-35FA-8346-9C3F89C3F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AB54E-4807-383C-B6D8-BD401ADEB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V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940414-EBB7-70B3-1266-64580EFBED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1552" y="75308"/>
            <a:ext cx="757082" cy="7404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413E97-2FDC-C0A3-C797-BC6B09F0FED9}"/>
              </a:ext>
            </a:extLst>
          </p:cNvPr>
          <p:cNvSpPr txBox="1"/>
          <p:nvPr userDrawn="1"/>
        </p:nvSpPr>
        <p:spPr>
          <a:xfrm>
            <a:off x="1161826" y="8498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40515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06CA-DCC1-43C4-1F3E-EE01D8B55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3218" y="114300"/>
            <a:ext cx="10515600" cy="59860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65E7C-1870-71FF-E829-B7FCDDF8A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08" y="1108366"/>
            <a:ext cx="10515600" cy="4933660"/>
          </a:xfr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Ø"/>
              <a:defRPr sz="2400"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ü"/>
              <a:defRPr sz="2000">
                <a:latin typeface="Cambria" panose="02040503050406030204" pitchFamily="18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8021C4-5955-980C-B562-BEA632BD8676}"/>
              </a:ext>
            </a:extLst>
          </p:cNvPr>
          <p:cNvCxnSpPr>
            <a:cxnSpLocks/>
          </p:cNvCxnSpPr>
          <p:nvPr userDrawn="1"/>
        </p:nvCxnSpPr>
        <p:spPr>
          <a:xfrm>
            <a:off x="0" y="853381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DB2BC4-F723-C2AE-5A03-5FA307ECFCC7}"/>
              </a:ext>
            </a:extLst>
          </p:cNvPr>
          <p:cNvCxnSpPr>
            <a:cxnSpLocks/>
          </p:cNvCxnSpPr>
          <p:nvPr userDrawn="1"/>
        </p:nvCxnSpPr>
        <p:spPr>
          <a:xfrm>
            <a:off x="0" y="6746616"/>
            <a:ext cx="12192000" cy="0"/>
          </a:xfrm>
          <a:prstGeom prst="line">
            <a:avLst/>
          </a:prstGeom>
          <a:ln w="127000">
            <a:solidFill>
              <a:srgbClr val="FF0000">
                <a:alpha val="86623"/>
              </a:srgb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240883-E671-6B4B-64BC-54F32C0DE251}"/>
              </a:ext>
            </a:extLst>
          </p:cNvPr>
          <p:cNvCxnSpPr>
            <a:cxnSpLocks/>
          </p:cNvCxnSpPr>
          <p:nvPr userDrawn="1"/>
        </p:nvCxnSpPr>
        <p:spPr>
          <a:xfrm>
            <a:off x="0" y="6584621"/>
            <a:ext cx="12192000" cy="0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0437FA5-4CC7-8B9A-2CAC-45A3533BA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1552" y="75308"/>
            <a:ext cx="757082" cy="740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72C51E-9C46-9A06-7FF9-C49097711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1552" y="75308"/>
            <a:ext cx="757082" cy="7404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5C2C89-A753-85EF-7567-07F645AE4E12}"/>
              </a:ext>
            </a:extLst>
          </p:cNvPr>
          <p:cNvSpPr txBox="1"/>
          <p:nvPr userDrawn="1"/>
        </p:nvSpPr>
        <p:spPr>
          <a:xfrm>
            <a:off x="1301675" y="8713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6856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4B3A-AC34-B0C7-7474-408EB6182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330" y="207581"/>
            <a:ext cx="10771899" cy="450588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47E9B-9CE7-C954-A5FA-D4219787D35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8791" y="1215859"/>
            <a:ext cx="5611009" cy="4961103"/>
          </a:xfrm>
        </p:spPr>
        <p:txBody>
          <a:bodyPr/>
          <a:lstStyle>
            <a:lvl1pPr marL="0" indent="0" algn="ctr">
              <a:buNone/>
              <a:defRPr sz="2000" b="1"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800100" indent="-342900">
              <a:buClr>
                <a:srgbClr val="FF0000"/>
              </a:buClr>
              <a:buFont typeface="Wingdings" pitchFamily="2" charset="2"/>
              <a:buChar char="Ø"/>
              <a:defRPr sz="2000">
                <a:latin typeface="Cambria" panose="02040503050406030204" pitchFamily="18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07962-AAD5-6F88-CA2C-63924A487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9221" y="1253529"/>
            <a:ext cx="5611009" cy="4923434"/>
          </a:xfrm>
        </p:spPr>
        <p:txBody>
          <a:bodyPr/>
          <a:lstStyle>
            <a:lvl1pPr marL="0" indent="0" algn="ctr">
              <a:buNone/>
              <a:defRPr sz="2000" b="1"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800100" indent="-342900">
              <a:buClr>
                <a:srgbClr val="FF0000"/>
              </a:buClr>
              <a:buFont typeface="Wingdings" pitchFamily="2" charset="2"/>
              <a:buChar char="Ø"/>
              <a:defRPr sz="2000">
                <a:latin typeface="Cambria" panose="02040503050406030204" pitchFamily="18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FBEC32-B9E8-7339-F9C7-59E30828C0DE}"/>
              </a:ext>
            </a:extLst>
          </p:cNvPr>
          <p:cNvCxnSpPr>
            <a:cxnSpLocks/>
          </p:cNvCxnSpPr>
          <p:nvPr userDrawn="1"/>
        </p:nvCxnSpPr>
        <p:spPr>
          <a:xfrm>
            <a:off x="0" y="853381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E2BD2A-CB56-C850-8C5E-8261AE2EF272}"/>
              </a:ext>
            </a:extLst>
          </p:cNvPr>
          <p:cNvCxnSpPr>
            <a:cxnSpLocks/>
          </p:cNvCxnSpPr>
          <p:nvPr userDrawn="1"/>
        </p:nvCxnSpPr>
        <p:spPr>
          <a:xfrm>
            <a:off x="0" y="6746616"/>
            <a:ext cx="12192000" cy="0"/>
          </a:xfrm>
          <a:prstGeom prst="line">
            <a:avLst/>
          </a:prstGeom>
          <a:ln w="127000">
            <a:solidFill>
              <a:srgbClr val="FF0000">
                <a:alpha val="86623"/>
              </a:srgb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4556E4-6B5D-E75C-7259-1AB7ABBBD4E3}"/>
              </a:ext>
            </a:extLst>
          </p:cNvPr>
          <p:cNvCxnSpPr>
            <a:cxnSpLocks/>
          </p:cNvCxnSpPr>
          <p:nvPr userDrawn="1"/>
        </p:nvCxnSpPr>
        <p:spPr>
          <a:xfrm>
            <a:off x="0" y="6606137"/>
            <a:ext cx="12192000" cy="0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307CF96-708C-23C6-6D44-B71105AF9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1552" y="75308"/>
            <a:ext cx="757082" cy="740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158452-31B4-9B45-917E-80BFEBD8D1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1552" y="75308"/>
            <a:ext cx="757082" cy="74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8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12/16/24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38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C6F30A-85A1-AE08-CC59-848BAD67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930" y="230449"/>
            <a:ext cx="10515600" cy="450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8BF83-298F-F5C8-312C-0EE5AE1C7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336" y="1613648"/>
            <a:ext cx="10880464" cy="456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FD206-02B0-A9FC-DD8C-D6B4ACEF343F}"/>
              </a:ext>
            </a:extLst>
          </p:cNvPr>
          <p:cNvSpPr txBox="1"/>
          <p:nvPr userDrawn="1"/>
        </p:nvSpPr>
        <p:spPr>
          <a:xfrm>
            <a:off x="11144922" y="6271707"/>
            <a:ext cx="1054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>
                <a:latin typeface="Arial" panose="020B0604020202020204" pitchFamily="34" charset="0"/>
                <a:cs typeface="Arial" panose="020B0604020202020204" pitchFamily="34" charset="0"/>
              </a:rPr>
              <a:t>Trang </a:t>
            </a:r>
            <a:fld id="{4626EC21-1F05-B544-A0DD-B1B1E503AC98}" type="slidenum">
              <a:rPr lang="en-VN" sz="1400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V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288BA8-EA21-6C11-010F-D186ED0E3B26}"/>
              </a:ext>
            </a:extLst>
          </p:cNvPr>
          <p:cNvCxnSpPr>
            <a:cxnSpLocks/>
          </p:cNvCxnSpPr>
          <p:nvPr userDrawn="1"/>
        </p:nvCxnSpPr>
        <p:spPr>
          <a:xfrm>
            <a:off x="0" y="853381"/>
            <a:ext cx="121920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0616711-1B51-E644-F68A-CFAC2F4453D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1552" y="75308"/>
            <a:ext cx="757082" cy="74040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148BBC-EA71-3F2D-7494-190553C25A46}"/>
              </a:ext>
            </a:extLst>
          </p:cNvPr>
          <p:cNvCxnSpPr>
            <a:cxnSpLocks/>
          </p:cNvCxnSpPr>
          <p:nvPr userDrawn="1"/>
        </p:nvCxnSpPr>
        <p:spPr>
          <a:xfrm>
            <a:off x="0" y="6732102"/>
            <a:ext cx="12192000" cy="0"/>
          </a:xfrm>
          <a:prstGeom prst="line">
            <a:avLst/>
          </a:prstGeom>
          <a:ln w="177800">
            <a:solidFill>
              <a:srgbClr val="FF0000">
                <a:alpha val="86623"/>
              </a:srgb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D308D1-3FD6-9810-52C3-C093CE466A25}"/>
              </a:ext>
            </a:extLst>
          </p:cNvPr>
          <p:cNvCxnSpPr>
            <a:cxnSpLocks/>
          </p:cNvCxnSpPr>
          <p:nvPr userDrawn="1"/>
        </p:nvCxnSpPr>
        <p:spPr>
          <a:xfrm>
            <a:off x="0" y="6577109"/>
            <a:ext cx="12192000" cy="0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88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40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5AE9B7-FC31-7F76-C6B4-0D4F60145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V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344608-F18D-5B46-A6C8-019C141E204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9108" y="1108366"/>
            <a:ext cx="10515600" cy="4933660"/>
          </a:xfrm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83775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F54C9C-4638-F449-83F9-49E3265A5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9E8FA-1A27-C5CE-0CAA-E7C3F80351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C70CC3-B5FD-12E0-2485-6042A48188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4F5C0-DAEF-0C40-21EC-DB85ECFA54B5}"/>
              </a:ext>
            </a:extLst>
          </p:cNvPr>
          <p:cNvSpPr txBox="1"/>
          <p:nvPr/>
        </p:nvSpPr>
        <p:spPr>
          <a:xfrm>
            <a:off x="-290456" y="-12048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02280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Quang Trung Đào</cp:lastModifiedBy>
  <cp:revision>13</cp:revision>
  <dcterms:created xsi:type="dcterms:W3CDTF">2023-11-06T03:41:46Z</dcterms:created>
  <dcterms:modified xsi:type="dcterms:W3CDTF">2024-12-16T02:02:02Z</dcterms:modified>
</cp:coreProperties>
</file>