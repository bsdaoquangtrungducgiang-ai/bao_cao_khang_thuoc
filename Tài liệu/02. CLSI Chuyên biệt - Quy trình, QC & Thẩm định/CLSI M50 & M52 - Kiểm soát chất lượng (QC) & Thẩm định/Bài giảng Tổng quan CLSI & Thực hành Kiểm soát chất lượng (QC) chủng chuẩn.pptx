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9">
  <p:sldMasterIdLst>
    <p:sldMasterId id="2147483684" r:id="rId1"/>
  </p:sldMasterIdLst>
  <p:notesMasterIdLst>
    <p:notesMasterId r:id="rId17"/>
  </p:notesMasterIdLst>
  <p:sldIdLst>
    <p:sldId id="312" r:id="rId2"/>
    <p:sldId id="781" r:id="rId3"/>
    <p:sldId id="782" r:id="rId4"/>
    <p:sldId id="783" r:id="rId5"/>
    <p:sldId id="784" r:id="rId6"/>
    <p:sldId id="785" r:id="rId7"/>
    <p:sldId id="786" r:id="rId8"/>
    <p:sldId id="787" r:id="rId9"/>
    <p:sldId id="775" r:id="rId10"/>
    <p:sldId id="776" r:id="rId11"/>
    <p:sldId id="778" r:id="rId12"/>
    <p:sldId id="779" r:id="rId13"/>
    <p:sldId id="780" r:id="rId14"/>
    <p:sldId id="749" r:id="rId15"/>
    <p:sldId id="59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30" autoAdjust="0"/>
    <p:restoredTop sz="95794" autoAdjust="0"/>
  </p:normalViewPr>
  <p:slideViewPr>
    <p:cSldViewPr snapToGrid="0">
      <p:cViewPr varScale="1">
        <p:scale>
          <a:sx n="109" d="100"/>
          <a:sy n="109" d="100"/>
        </p:scale>
        <p:origin x="200" y="57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55C1C9-450A-E14D-8EED-11036A118F91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8AB4FA-2D21-064C-AA64-568600DD2917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pp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tham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chiếu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KS</a:t>
          </a:r>
        </a:p>
      </dgm:t>
    </dgm:pt>
    <dgm:pt modelId="{846F4CE3-E344-5D48-A7CB-A87A816ACF2B}" type="parTrans" cxnId="{5DBEBD0C-27DA-A346-8763-B41D1B2A40D0}">
      <dgm:prSet/>
      <dgm:spPr/>
      <dgm:t>
        <a:bodyPr/>
        <a:lstStyle/>
        <a:p>
          <a:endParaRPr lang="en-US"/>
        </a:p>
      </dgm:t>
    </dgm:pt>
    <dgm:pt modelId="{637CC33E-18B4-AC4F-A177-2B3B7E37BE9B}" type="sibTrans" cxnId="{5DBEBD0C-27DA-A346-8763-B41D1B2A40D0}">
      <dgm:prSet/>
      <dgm:spPr/>
      <dgm:t>
        <a:bodyPr/>
        <a:lstStyle/>
        <a:p>
          <a:endParaRPr lang="en-US"/>
        </a:p>
      </dgm:t>
    </dgm:pt>
    <dgm:pt modelId="{69E0BA59-3EEA-8F40-82DB-806DE2D71F83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QC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PP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533A6C-1832-FE4B-8C99-4445BECC3CB3}" type="parTrans" cxnId="{400E6FCE-02E0-614B-8B0B-436E0702D0AF}">
      <dgm:prSet/>
      <dgm:spPr/>
      <dgm:t>
        <a:bodyPr/>
        <a:lstStyle/>
        <a:p>
          <a:endParaRPr lang="en-US"/>
        </a:p>
      </dgm:t>
    </dgm:pt>
    <dgm:pt modelId="{B3EFBE12-FEED-5845-8D22-66610F9A8FFE}" type="sibTrans" cxnId="{400E6FCE-02E0-614B-8B0B-436E0702D0AF}">
      <dgm:prSet/>
      <dgm:spPr/>
      <dgm:t>
        <a:bodyPr/>
        <a:lstStyle/>
        <a:p>
          <a:endParaRPr lang="en-US"/>
        </a:p>
      </dgm:t>
    </dgm:pt>
    <dgm:pt modelId="{B9768978-B2B8-4642-B9A8-3EF7394554E7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giải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KS</a:t>
          </a:r>
        </a:p>
      </dgm:t>
    </dgm:pt>
    <dgm:pt modelId="{299CBAC8-7D23-0B4C-BF5F-4F268C8E9757}" type="parTrans" cxnId="{BEC284A9-14D0-B34E-B212-8726A1FB3A91}">
      <dgm:prSet/>
      <dgm:spPr/>
      <dgm:t>
        <a:bodyPr/>
        <a:lstStyle/>
        <a:p>
          <a:endParaRPr lang="en-US"/>
        </a:p>
      </dgm:t>
    </dgm:pt>
    <dgm:pt modelId="{A4C43664-2143-6A48-8D50-7E3E71DF12F4}" type="sibTrans" cxnId="{BEC284A9-14D0-B34E-B212-8726A1FB3A91}">
      <dgm:prSet/>
      <dgm:spPr/>
      <dgm:t>
        <a:bodyPr/>
        <a:lstStyle/>
        <a:p>
          <a:endParaRPr lang="en-US"/>
        </a:p>
      </dgm:t>
    </dgm:pt>
    <dgm:pt modelId="{F61DD8BD-52DE-F441-B9BE-CD4E2A9CFA6A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Điều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chỉnh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tối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hoá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29D6F3-D9A5-4D4A-802E-D3E7B0EF1DDF}" type="parTrans" cxnId="{F4384921-B8C3-2445-8AEB-24D72C51D406}">
      <dgm:prSet/>
      <dgm:spPr/>
      <dgm:t>
        <a:bodyPr/>
        <a:lstStyle/>
        <a:p>
          <a:endParaRPr lang="en-US"/>
        </a:p>
      </dgm:t>
    </dgm:pt>
    <dgm:pt modelId="{CB64A63A-08D8-A648-8538-A6AF040C2009}" type="sibTrans" cxnId="{F4384921-B8C3-2445-8AEB-24D72C51D406}">
      <dgm:prSet/>
      <dgm:spPr/>
      <dgm:t>
        <a:bodyPr/>
        <a:lstStyle/>
        <a:p>
          <a:endParaRPr lang="en-US"/>
        </a:p>
      </dgm:t>
    </dgm:pt>
    <dgm:pt modelId="{CD6C1B1A-A908-C94B-A3A1-F9E8B91528A5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Gợi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ý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chiến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D64791-379D-9F46-A43F-AFBB4628100D}" type="parTrans" cxnId="{CC05D0C5-E415-DF49-90A1-CA9871FD622C}">
      <dgm:prSet/>
      <dgm:spPr/>
      <dgm:t>
        <a:bodyPr/>
        <a:lstStyle/>
        <a:p>
          <a:endParaRPr lang="en-US"/>
        </a:p>
      </dgm:t>
    </dgm:pt>
    <dgm:pt modelId="{EC00A12E-584B-C64A-8B81-8D67B92FE4D2}" type="sibTrans" cxnId="{CC05D0C5-E415-DF49-90A1-CA9871FD622C}">
      <dgm:prSet/>
      <dgm:spPr/>
      <dgm:t>
        <a:bodyPr/>
        <a:lstStyle/>
        <a:p>
          <a:endParaRPr lang="en-US"/>
        </a:p>
      </dgm:t>
    </dgm:pt>
    <dgm:pt modelId="{2E30AC0A-ACDB-884B-B3F2-A777D76CE67C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Khuyển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khích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người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326E83-670A-CA46-BD5B-3EFE2ADCFC57}" type="parTrans" cxnId="{9CFB2C50-58FF-B941-A38C-ADF17B395F47}">
      <dgm:prSet/>
      <dgm:spPr/>
      <dgm:t>
        <a:bodyPr/>
        <a:lstStyle/>
        <a:p>
          <a:endParaRPr lang="en-US"/>
        </a:p>
      </dgm:t>
    </dgm:pt>
    <dgm:pt modelId="{23356FC7-D035-BA4B-A9EE-576B5061608B}" type="sibTrans" cxnId="{9CFB2C50-58FF-B941-A38C-ADF17B395F47}">
      <dgm:prSet/>
      <dgm:spPr/>
      <dgm:t>
        <a:bodyPr/>
        <a:lstStyle/>
        <a:p>
          <a:endParaRPr lang="en-US"/>
        </a:p>
      </dgm:t>
    </dgm:pt>
    <dgm:pt modelId="{343A5366-F572-B142-918E-986D66E890FF}" type="pres">
      <dgm:prSet presAssocID="{1F55C1C9-450A-E14D-8EED-11036A118F91}" presName="Name0" presStyleCnt="0">
        <dgm:presLayoutVars>
          <dgm:chMax val="7"/>
          <dgm:chPref val="7"/>
          <dgm:dir/>
        </dgm:presLayoutVars>
      </dgm:prSet>
      <dgm:spPr/>
    </dgm:pt>
    <dgm:pt modelId="{896B7D9D-D942-504D-A3BC-AA24DD9B4906}" type="pres">
      <dgm:prSet presAssocID="{1F55C1C9-450A-E14D-8EED-11036A118F91}" presName="Name1" presStyleCnt="0"/>
      <dgm:spPr/>
    </dgm:pt>
    <dgm:pt modelId="{1C6B2428-F1E6-744B-BBA7-B525D609796F}" type="pres">
      <dgm:prSet presAssocID="{1F55C1C9-450A-E14D-8EED-11036A118F91}" presName="cycle" presStyleCnt="0"/>
      <dgm:spPr/>
    </dgm:pt>
    <dgm:pt modelId="{B88FD1CE-06DD-014B-BCDA-52C76B6462DC}" type="pres">
      <dgm:prSet presAssocID="{1F55C1C9-450A-E14D-8EED-11036A118F91}" presName="srcNode" presStyleLbl="node1" presStyleIdx="0" presStyleCnt="6"/>
      <dgm:spPr/>
    </dgm:pt>
    <dgm:pt modelId="{48331B02-4C22-6742-973E-02C42F5B120C}" type="pres">
      <dgm:prSet presAssocID="{1F55C1C9-450A-E14D-8EED-11036A118F91}" presName="conn" presStyleLbl="parChTrans1D2" presStyleIdx="0" presStyleCnt="1"/>
      <dgm:spPr/>
    </dgm:pt>
    <dgm:pt modelId="{A7924D31-FE94-AE48-B8BA-E5E93D449862}" type="pres">
      <dgm:prSet presAssocID="{1F55C1C9-450A-E14D-8EED-11036A118F91}" presName="extraNode" presStyleLbl="node1" presStyleIdx="0" presStyleCnt="6"/>
      <dgm:spPr/>
    </dgm:pt>
    <dgm:pt modelId="{68313746-3ABA-2743-A3FA-6FE82AA18767}" type="pres">
      <dgm:prSet presAssocID="{1F55C1C9-450A-E14D-8EED-11036A118F91}" presName="dstNode" presStyleLbl="node1" presStyleIdx="0" presStyleCnt="6"/>
      <dgm:spPr/>
    </dgm:pt>
    <dgm:pt modelId="{BC89B159-6DB3-9341-BBE3-B271B3312888}" type="pres">
      <dgm:prSet presAssocID="{A38AB4FA-2D21-064C-AA64-568600DD2917}" presName="text_1" presStyleLbl="node1" presStyleIdx="0" presStyleCnt="6">
        <dgm:presLayoutVars>
          <dgm:bulletEnabled val="1"/>
        </dgm:presLayoutVars>
      </dgm:prSet>
      <dgm:spPr/>
    </dgm:pt>
    <dgm:pt modelId="{88E7063E-2E7F-274C-BA1F-8E80889B5987}" type="pres">
      <dgm:prSet presAssocID="{A38AB4FA-2D21-064C-AA64-568600DD2917}" presName="accent_1" presStyleCnt="0"/>
      <dgm:spPr/>
    </dgm:pt>
    <dgm:pt modelId="{6330CFFC-91B7-A443-8850-6AA0A9B6C857}" type="pres">
      <dgm:prSet presAssocID="{A38AB4FA-2D21-064C-AA64-568600DD2917}" presName="accentRepeatNode" presStyleLbl="solidFgAcc1" presStyleIdx="0" presStyleCnt="6"/>
      <dgm:spPr/>
    </dgm:pt>
    <dgm:pt modelId="{EA226C52-550E-AE49-A294-66C40CC9BED0}" type="pres">
      <dgm:prSet presAssocID="{69E0BA59-3EEA-8F40-82DB-806DE2D71F83}" presName="text_2" presStyleLbl="node1" presStyleIdx="1" presStyleCnt="6">
        <dgm:presLayoutVars>
          <dgm:bulletEnabled val="1"/>
        </dgm:presLayoutVars>
      </dgm:prSet>
      <dgm:spPr/>
    </dgm:pt>
    <dgm:pt modelId="{709351CD-6EDB-4C43-9159-A20A7365B715}" type="pres">
      <dgm:prSet presAssocID="{69E0BA59-3EEA-8F40-82DB-806DE2D71F83}" presName="accent_2" presStyleCnt="0"/>
      <dgm:spPr/>
    </dgm:pt>
    <dgm:pt modelId="{52C3869A-E129-834D-A227-6D9C1724E8DF}" type="pres">
      <dgm:prSet presAssocID="{69E0BA59-3EEA-8F40-82DB-806DE2D71F83}" presName="accentRepeatNode" presStyleLbl="solidFgAcc1" presStyleIdx="1" presStyleCnt="6"/>
      <dgm:spPr/>
    </dgm:pt>
    <dgm:pt modelId="{04798C1D-1345-7E44-9682-F4ABE532ABA8}" type="pres">
      <dgm:prSet presAssocID="{B9768978-B2B8-4642-B9A8-3EF7394554E7}" presName="text_3" presStyleLbl="node1" presStyleIdx="2" presStyleCnt="6">
        <dgm:presLayoutVars>
          <dgm:bulletEnabled val="1"/>
        </dgm:presLayoutVars>
      </dgm:prSet>
      <dgm:spPr/>
    </dgm:pt>
    <dgm:pt modelId="{4739B70A-823F-D64D-AC72-494A03A2BCD2}" type="pres">
      <dgm:prSet presAssocID="{B9768978-B2B8-4642-B9A8-3EF7394554E7}" presName="accent_3" presStyleCnt="0"/>
      <dgm:spPr/>
    </dgm:pt>
    <dgm:pt modelId="{23E92BB3-A417-4541-BFCA-0E0FDA99A086}" type="pres">
      <dgm:prSet presAssocID="{B9768978-B2B8-4642-B9A8-3EF7394554E7}" presName="accentRepeatNode" presStyleLbl="solidFgAcc1" presStyleIdx="2" presStyleCnt="6"/>
      <dgm:spPr/>
    </dgm:pt>
    <dgm:pt modelId="{0BE10FA4-A20F-0941-8240-2541AC7931FD}" type="pres">
      <dgm:prSet presAssocID="{CD6C1B1A-A908-C94B-A3A1-F9E8B91528A5}" presName="text_4" presStyleLbl="node1" presStyleIdx="3" presStyleCnt="6">
        <dgm:presLayoutVars>
          <dgm:bulletEnabled val="1"/>
        </dgm:presLayoutVars>
      </dgm:prSet>
      <dgm:spPr/>
    </dgm:pt>
    <dgm:pt modelId="{4E156BBE-908C-754D-B185-D307A8BB76C8}" type="pres">
      <dgm:prSet presAssocID="{CD6C1B1A-A908-C94B-A3A1-F9E8B91528A5}" presName="accent_4" presStyleCnt="0"/>
      <dgm:spPr/>
    </dgm:pt>
    <dgm:pt modelId="{1BBB4634-518C-B341-86E4-5F17945BA3DB}" type="pres">
      <dgm:prSet presAssocID="{CD6C1B1A-A908-C94B-A3A1-F9E8B91528A5}" presName="accentRepeatNode" presStyleLbl="solidFgAcc1" presStyleIdx="3" presStyleCnt="6"/>
      <dgm:spPr/>
    </dgm:pt>
    <dgm:pt modelId="{9ADD65FE-D8FB-244B-A08E-36CD3485EF0F}" type="pres">
      <dgm:prSet presAssocID="{F61DD8BD-52DE-F441-B9BE-CD4E2A9CFA6A}" presName="text_5" presStyleLbl="node1" presStyleIdx="4" presStyleCnt="6">
        <dgm:presLayoutVars>
          <dgm:bulletEnabled val="1"/>
        </dgm:presLayoutVars>
      </dgm:prSet>
      <dgm:spPr/>
    </dgm:pt>
    <dgm:pt modelId="{32A4F806-9229-3145-8A23-01C887D47106}" type="pres">
      <dgm:prSet presAssocID="{F61DD8BD-52DE-F441-B9BE-CD4E2A9CFA6A}" presName="accent_5" presStyleCnt="0"/>
      <dgm:spPr/>
    </dgm:pt>
    <dgm:pt modelId="{D1C25A1D-1692-1549-89B8-624C4187D15F}" type="pres">
      <dgm:prSet presAssocID="{F61DD8BD-52DE-F441-B9BE-CD4E2A9CFA6A}" presName="accentRepeatNode" presStyleLbl="solidFgAcc1" presStyleIdx="4" presStyleCnt="6"/>
      <dgm:spPr/>
    </dgm:pt>
    <dgm:pt modelId="{D0920807-42ED-7C4C-906C-CC715DEA7B93}" type="pres">
      <dgm:prSet presAssocID="{2E30AC0A-ACDB-884B-B3F2-A777D76CE67C}" presName="text_6" presStyleLbl="node1" presStyleIdx="5" presStyleCnt="6">
        <dgm:presLayoutVars>
          <dgm:bulletEnabled val="1"/>
        </dgm:presLayoutVars>
      </dgm:prSet>
      <dgm:spPr/>
    </dgm:pt>
    <dgm:pt modelId="{8A306036-64AE-9044-A597-E3D890E8AAC6}" type="pres">
      <dgm:prSet presAssocID="{2E30AC0A-ACDB-884B-B3F2-A777D76CE67C}" presName="accent_6" presStyleCnt="0"/>
      <dgm:spPr/>
    </dgm:pt>
    <dgm:pt modelId="{E40BE173-606E-804D-A921-26804C8C631E}" type="pres">
      <dgm:prSet presAssocID="{2E30AC0A-ACDB-884B-B3F2-A777D76CE67C}" presName="accentRepeatNode" presStyleLbl="solidFgAcc1" presStyleIdx="5" presStyleCnt="6"/>
      <dgm:spPr/>
    </dgm:pt>
  </dgm:ptLst>
  <dgm:cxnLst>
    <dgm:cxn modelId="{5DBEBD0C-27DA-A346-8763-B41D1B2A40D0}" srcId="{1F55C1C9-450A-E14D-8EED-11036A118F91}" destId="{A38AB4FA-2D21-064C-AA64-568600DD2917}" srcOrd="0" destOrd="0" parTransId="{846F4CE3-E344-5D48-A7CB-A87A816ACF2B}" sibTransId="{637CC33E-18B4-AC4F-A177-2B3B7E37BE9B}"/>
    <dgm:cxn modelId="{ACF6271B-8BB4-3348-B445-9A61BF30AC8D}" type="presOf" srcId="{637CC33E-18B4-AC4F-A177-2B3B7E37BE9B}" destId="{48331B02-4C22-6742-973E-02C42F5B120C}" srcOrd="0" destOrd="0" presId="urn:microsoft.com/office/officeart/2008/layout/VerticalCurvedList"/>
    <dgm:cxn modelId="{F4384921-B8C3-2445-8AEB-24D72C51D406}" srcId="{1F55C1C9-450A-E14D-8EED-11036A118F91}" destId="{F61DD8BD-52DE-F441-B9BE-CD4E2A9CFA6A}" srcOrd="4" destOrd="0" parTransId="{A529D6F3-D9A5-4D4A-802E-D3E7B0EF1DDF}" sibTransId="{CB64A63A-08D8-A648-8538-A6AF040C2009}"/>
    <dgm:cxn modelId="{E979EC33-392D-A24A-8659-CF9BA47D1D1A}" type="presOf" srcId="{CD6C1B1A-A908-C94B-A3A1-F9E8B91528A5}" destId="{0BE10FA4-A20F-0941-8240-2541AC7931FD}" srcOrd="0" destOrd="0" presId="urn:microsoft.com/office/officeart/2008/layout/VerticalCurvedList"/>
    <dgm:cxn modelId="{5E9F3D38-8838-E445-83C0-B0CF11772870}" type="presOf" srcId="{A38AB4FA-2D21-064C-AA64-568600DD2917}" destId="{BC89B159-6DB3-9341-BBE3-B271B3312888}" srcOrd="0" destOrd="0" presId="urn:microsoft.com/office/officeart/2008/layout/VerticalCurvedList"/>
    <dgm:cxn modelId="{5914224B-1B0A-2B48-AE17-19EB9FA40C44}" type="presOf" srcId="{69E0BA59-3EEA-8F40-82DB-806DE2D71F83}" destId="{EA226C52-550E-AE49-A294-66C40CC9BED0}" srcOrd="0" destOrd="0" presId="urn:microsoft.com/office/officeart/2008/layout/VerticalCurvedList"/>
    <dgm:cxn modelId="{9CFB2C50-58FF-B941-A38C-ADF17B395F47}" srcId="{1F55C1C9-450A-E14D-8EED-11036A118F91}" destId="{2E30AC0A-ACDB-884B-B3F2-A777D76CE67C}" srcOrd="5" destOrd="0" parTransId="{54326E83-670A-CA46-BD5B-3EFE2ADCFC57}" sibTransId="{23356FC7-D035-BA4B-A9EE-576B5061608B}"/>
    <dgm:cxn modelId="{EF8A865E-7712-D546-AA7A-81217367CE5F}" type="presOf" srcId="{F61DD8BD-52DE-F441-B9BE-CD4E2A9CFA6A}" destId="{9ADD65FE-D8FB-244B-A08E-36CD3485EF0F}" srcOrd="0" destOrd="0" presId="urn:microsoft.com/office/officeart/2008/layout/VerticalCurvedList"/>
    <dgm:cxn modelId="{048F4693-E7F1-1F46-8C77-CBC9E7A6089F}" type="presOf" srcId="{B9768978-B2B8-4642-B9A8-3EF7394554E7}" destId="{04798C1D-1345-7E44-9682-F4ABE532ABA8}" srcOrd="0" destOrd="0" presId="urn:microsoft.com/office/officeart/2008/layout/VerticalCurvedList"/>
    <dgm:cxn modelId="{9C9A2C9A-1B30-7744-9ECD-0BEA4BE7861F}" type="presOf" srcId="{1F55C1C9-450A-E14D-8EED-11036A118F91}" destId="{343A5366-F572-B142-918E-986D66E890FF}" srcOrd="0" destOrd="0" presId="urn:microsoft.com/office/officeart/2008/layout/VerticalCurvedList"/>
    <dgm:cxn modelId="{BEC284A9-14D0-B34E-B212-8726A1FB3A91}" srcId="{1F55C1C9-450A-E14D-8EED-11036A118F91}" destId="{B9768978-B2B8-4642-B9A8-3EF7394554E7}" srcOrd="2" destOrd="0" parTransId="{299CBAC8-7D23-0B4C-BF5F-4F268C8E9757}" sibTransId="{A4C43664-2143-6A48-8D50-7E3E71DF12F4}"/>
    <dgm:cxn modelId="{A552B1AE-FEB5-004F-B57D-CD30845CD6CD}" type="presOf" srcId="{2E30AC0A-ACDB-884B-B3F2-A777D76CE67C}" destId="{D0920807-42ED-7C4C-906C-CC715DEA7B93}" srcOrd="0" destOrd="0" presId="urn:microsoft.com/office/officeart/2008/layout/VerticalCurvedList"/>
    <dgm:cxn modelId="{CC05D0C5-E415-DF49-90A1-CA9871FD622C}" srcId="{1F55C1C9-450A-E14D-8EED-11036A118F91}" destId="{CD6C1B1A-A908-C94B-A3A1-F9E8B91528A5}" srcOrd="3" destOrd="0" parTransId="{1AD64791-379D-9F46-A43F-AFBB4628100D}" sibTransId="{EC00A12E-584B-C64A-8B81-8D67B92FE4D2}"/>
    <dgm:cxn modelId="{400E6FCE-02E0-614B-8B0B-436E0702D0AF}" srcId="{1F55C1C9-450A-E14D-8EED-11036A118F91}" destId="{69E0BA59-3EEA-8F40-82DB-806DE2D71F83}" srcOrd="1" destOrd="0" parTransId="{D2533A6C-1832-FE4B-8C99-4445BECC3CB3}" sibTransId="{B3EFBE12-FEED-5845-8D22-66610F9A8FFE}"/>
    <dgm:cxn modelId="{AEA08CC5-F00B-4A42-95F0-184073B7DD55}" type="presParOf" srcId="{343A5366-F572-B142-918E-986D66E890FF}" destId="{896B7D9D-D942-504D-A3BC-AA24DD9B4906}" srcOrd="0" destOrd="0" presId="urn:microsoft.com/office/officeart/2008/layout/VerticalCurvedList"/>
    <dgm:cxn modelId="{9FC566E0-5845-4B4F-819D-A375376D8443}" type="presParOf" srcId="{896B7D9D-D942-504D-A3BC-AA24DD9B4906}" destId="{1C6B2428-F1E6-744B-BBA7-B525D609796F}" srcOrd="0" destOrd="0" presId="urn:microsoft.com/office/officeart/2008/layout/VerticalCurvedList"/>
    <dgm:cxn modelId="{D0F1D2B0-3276-5349-9A64-D7BB71917E4B}" type="presParOf" srcId="{1C6B2428-F1E6-744B-BBA7-B525D609796F}" destId="{B88FD1CE-06DD-014B-BCDA-52C76B6462DC}" srcOrd="0" destOrd="0" presId="urn:microsoft.com/office/officeart/2008/layout/VerticalCurvedList"/>
    <dgm:cxn modelId="{788255AB-ED4F-BC44-B7FD-38FA1E81F6B9}" type="presParOf" srcId="{1C6B2428-F1E6-744B-BBA7-B525D609796F}" destId="{48331B02-4C22-6742-973E-02C42F5B120C}" srcOrd="1" destOrd="0" presId="urn:microsoft.com/office/officeart/2008/layout/VerticalCurvedList"/>
    <dgm:cxn modelId="{94044633-F1E2-5744-81C4-347102C7E272}" type="presParOf" srcId="{1C6B2428-F1E6-744B-BBA7-B525D609796F}" destId="{A7924D31-FE94-AE48-B8BA-E5E93D449862}" srcOrd="2" destOrd="0" presId="urn:microsoft.com/office/officeart/2008/layout/VerticalCurvedList"/>
    <dgm:cxn modelId="{39CC08E5-C641-9E4F-8E68-449DCA825CA5}" type="presParOf" srcId="{1C6B2428-F1E6-744B-BBA7-B525D609796F}" destId="{68313746-3ABA-2743-A3FA-6FE82AA18767}" srcOrd="3" destOrd="0" presId="urn:microsoft.com/office/officeart/2008/layout/VerticalCurvedList"/>
    <dgm:cxn modelId="{20908169-5466-7A4F-9F6F-764E4BD1AFDC}" type="presParOf" srcId="{896B7D9D-D942-504D-A3BC-AA24DD9B4906}" destId="{BC89B159-6DB3-9341-BBE3-B271B3312888}" srcOrd="1" destOrd="0" presId="urn:microsoft.com/office/officeart/2008/layout/VerticalCurvedList"/>
    <dgm:cxn modelId="{C5E3D184-0741-D74F-963A-559536062C27}" type="presParOf" srcId="{896B7D9D-D942-504D-A3BC-AA24DD9B4906}" destId="{88E7063E-2E7F-274C-BA1F-8E80889B5987}" srcOrd="2" destOrd="0" presId="urn:microsoft.com/office/officeart/2008/layout/VerticalCurvedList"/>
    <dgm:cxn modelId="{0505AFCB-CF46-5048-BEBF-11EB8D43F37C}" type="presParOf" srcId="{88E7063E-2E7F-274C-BA1F-8E80889B5987}" destId="{6330CFFC-91B7-A443-8850-6AA0A9B6C857}" srcOrd="0" destOrd="0" presId="urn:microsoft.com/office/officeart/2008/layout/VerticalCurvedList"/>
    <dgm:cxn modelId="{E7E63548-E750-A747-9F32-0E8CD553D1C0}" type="presParOf" srcId="{896B7D9D-D942-504D-A3BC-AA24DD9B4906}" destId="{EA226C52-550E-AE49-A294-66C40CC9BED0}" srcOrd="3" destOrd="0" presId="urn:microsoft.com/office/officeart/2008/layout/VerticalCurvedList"/>
    <dgm:cxn modelId="{60D9AEB3-E804-9548-9B00-3F008CB390C9}" type="presParOf" srcId="{896B7D9D-D942-504D-A3BC-AA24DD9B4906}" destId="{709351CD-6EDB-4C43-9159-A20A7365B715}" srcOrd="4" destOrd="0" presId="urn:microsoft.com/office/officeart/2008/layout/VerticalCurvedList"/>
    <dgm:cxn modelId="{B34BBCD8-F3AE-1542-BD07-5731BEB28A1B}" type="presParOf" srcId="{709351CD-6EDB-4C43-9159-A20A7365B715}" destId="{52C3869A-E129-834D-A227-6D9C1724E8DF}" srcOrd="0" destOrd="0" presId="urn:microsoft.com/office/officeart/2008/layout/VerticalCurvedList"/>
    <dgm:cxn modelId="{C24673D1-83C4-3F4F-8F1D-6BD13533C499}" type="presParOf" srcId="{896B7D9D-D942-504D-A3BC-AA24DD9B4906}" destId="{04798C1D-1345-7E44-9682-F4ABE532ABA8}" srcOrd="5" destOrd="0" presId="urn:microsoft.com/office/officeart/2008/layout/VerticalCurvedList"/>
    <dgm:cxn modelId="{85A42437-9F8F-DB40-A27F-282F980ABED2}" type="presParOf" srcId="{896B7D9D-D942-504D-A3BC-AA24DD9B4906}" destId="{4739B70A-823F-D64D-AC72-494A03A2BCD2}" srcOrd="6" destOrd="0" presId="urn:microsoft.com/office/officeart/2008/layout/VerticalCurvedList"/>
    <dgm:cxn modelId="{45672EA5-478D-6142-B33E-DA5F509CBA8D}" type="presParOf" srcId="{4739B70A-823F-D64D-AC72-494A03A2BCD2}" destId="{23E92BB3-A417-4541-BFCA-0E0FDA99A086}" srcOrd="0" destOrd="0" presId="urn:microsoft.com/office/officeart/2008/layout/VerticalCurvedList"/>
    <dgm:cxn modelId="{88AC18D1-7101-D24C-8D28-ACE40CAF338E}" type="presParOf" srcId="{896B7D9D-D942-504D-A3BC-AA24DD9B4906}" destId="{0BE10FA4-A20F-0941-8240-2541AC7931FD}" srcOrd="7" destOrd="0" presId="urn:microsoft.com/office/officeart/2008/layout/VerticalCurvedList"/>
    <dgm:cxn modelId="{18743FE9-52ED-0B4E-8092-36360DD6ABC4}" type="presParOf" srcId="{896B7D9D-D942-504D-A3BC-AA24DD9B4906}" destId="{4E156BBE-908C-754D-B185-D307A8BB76C8}" srcOrd="8" destOrd="0" presId="urn:microsoft.com/office/officeart/2008/layout/VerticalCurvedList"/>
    <dgm:cxn modelId="{D3408E81-FDD9-F945-A47F-EBD56FB7F1B1}" type="presParOf" srcId="{4E156BBE-908C-754D-B185-D307A8BB76C8}" destId="{1BBB4634-518C-B341-86E4-5F17945BA3DB}" srcOrd="0" destOrd="0" presId="urn:microsoft.com/office/officeart/2008/layout/VerticalCurvedList"/>
    <dgm:cxn modelId="{835B72BF-B6DF-4C4F-92EA-BC034BFD6D21}" type="presParOf" srcId="{896B7D9D-D942-504D-A3BC-AA24DD9B4906}" destId="{9ADD65FE-D8FB-244B-A08E-36CD3485EF0F}" srcOrd="9" destOrd="0" presId="urn:microsoft.com/office/officeart/2008/layout/VerticalCurvedList"/>
    <dgm:cxn modelId="{6779C98C-861E-DD43-B113-D94EA1750F90}" type="presParOf" srcId="{896B7D9D-D942-504D-A3BC-AA24DD9B4906}" destId="{32A4F806-9229-3145-8A23-01C887D47106}" srcOrd="10" destOrd="0" presId="urn:microsoft.com/office/officeart/2008/layout/VerticalCurvedList"/>
    <dgm:cxn modelId="{C2978146-A47D-F240-B312-7F9C5A88CE94}" type="presParOf" srcId="{32A4F806-9229-3145-8A23-01C887D47106}" destId="{D1C25A1D-1692-1549-89B8-624C4187D15F}" srcOrd="0" destOrd="0" presId="urn:microsoft.com/office/officeart/2008/layout/VerticalCurvedList"/>
    <dgm:cxn modelId="{2368C228-EEF7-424E-A0BC-6441E88D713D}" type="presParOf" srcId="{896B7D9D-D942-504D-A3BC-AA24DD9B4906}" destId="{D0920807-42ED-7C4C-906C-CC715DEA7B93}" srcOrd="11" destOrd="0" presId="urn:microsoft.com/office/officeart/2008/layout/VerticalCurvedList"/>
    <dgm:cxn modelId="{B77AAD66-446D-E64D-A836-CF5BF6C4482E}" type="presParOf" srcId="{896B7D9D-D942-504D-A3BC-AA24DD9B4906}" destId="{8A306036-64AE-9044-A597-E3D890E8AAC6}" srcOrd="12" destOrd="0" presId="urn:microsoft.com/office/officeart/2008/layout/VerticalCurvedList"/>
    <dgm:cxn modelId="{82DACE2A-211A-3142-9DC0-6A57C07DBFD1}" type="presParOf" srcId="{8A306036-64AE-9044-A597-E3D890E8AAC6}" destId="{E40BE173-606E-804D-A921-26804C8C631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DBC41B-DECC-164B-86E5-CEB9FAC03039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3C2492-3D87-BE48-9843-4B2537EEFF02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A: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tiên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73FC31-CF9A-B340-A5B6-2D339E3F5711}" type="parTrans" cxnId="{37154C53-FAB0-1742-86E7-6BF26D9CA487}">
      <dgm:prSet/>
      <dgm:spPr/>
      <dgm:t>
        <a:bodyPr/>
        <a:lstStyle/>
        <a:p>
          <a:endParaRPr lang="en-US"/>
        </a:p>
      </dgm:t>
    </dgm:pt>
    <dgm:pt modelId="{6B33820C-AA83-EB40-99D3-F9804E76D1BA}" type="sibTrans" cxnId="{37154C53-FAB0-1742-86E7-6BF26D9CA487}">
      <dgm:prSet/>
      <dgm:spPr/>
      <dgm:t>
        <a:bodyPr/>
        <a:lstStyle/>
        <a:p>
          <a:endParaRPr lang="en-US"/>
        </a:p>
      </dgm:t>
    </dgm:pt>
    <dgm:pt modelId="{96836F97-44DD-484D-8712-CA8F01355F33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B: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củng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cố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chọn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lọc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Th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kháng,không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di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đáp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KS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nhiễm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nhiễm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BF5862-8C83-7043-8CD9-39DA84648795}" type="parTrans" cxnId="{E5455416-002D-5A47-8C04-050F896233EA}">
      <dgm:prSet/>
      <dgm:spPr/>
      <dgm:t>
        <a:bodyPr/>
        <a:lstStyle/>
        <a:p>
          <a:endParaRPr lang="en-US"/>
        </a:p>
      </dgm:t>
    </dgm:pt>
    <dgm:pt modelId="{84CBC1F6-6104-9A45-8FDC-CEE9A0560A06}" type="sibTrans" cxnId="{E5455416-002D-5A47-8C04-050F896233EA}">
      <dgm:prSet/>
      <dgm:spPr/>
      <dgm:t>
        <a:bodyPr/>
        <a:lstStyle/>
        <a:p>
          <a:endParaRPr lang="en-US"/>
        </a:p>
      </dgm:t>
    </dgm:pt>
    <dgm:pt modelId="{7CC2C8BF-3215-6745-B472-48831FC68C65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C: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Bổ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sung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ở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những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bệnh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viện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tác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lại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những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hang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BN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tiền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lại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KS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3BBE0C-9352-3445-A044-DBE4F421944E}" type="parTrans" cxnId="{72371EB7-2308-9244-ABD3-5B0B9CEA38A9}">
      <dgm:prSet/>
      <dgm:spPr/>
      <dgm:t>
        <a:bodyPr/>
        <a:lstStyle/>
        <a:p>
          <a:endParaRPr lang="en-US"/>
        </a:p>
      </dgm:t>
    </dgm:pt>
    <dgm:pt modelId="{CC275D7C-71E1-8541-BF24-77F5495B40C8}" type="sibTrans" cxnId="{72371EB7-2308-9244-ABD3-5B0B9CEA38A9}">
      <dgm:prSet/>
      <dgm:spPr/>
      <dgm:t>
        <a:bodyPr/>
        <a:lstStyle/>
        <a:p>
          <a:endParaRPr lang="en-US"/>
        </a:p>
      </dgm:t>
    </dgm:pt>
    <dgm:pt modelId="{32B55BB8-5743-1E4D-8E77-114FBD5E191D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Inv: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đang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quá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nghiên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cứu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F32CEFC0-60B0-4240-892B-D697B2997AD6}" type="parTrans" cxnId="{D8FE0CBB-422E-F742-8E35-8BBD1167CDE2}">
      <dgm:prSet/>
      <dgm:spPr/>
      <dgm:t>
        <a:bodyPr/>
        <a:lstStyle/>
        <a:p>
          <a:endParaRPr lang="en-US"/>
        </a:p>
      </dgm:t>
    </dgm:pt>
    <dgm:pt modelId="{FB06B80F-CEAA-CB4C-9076-FBD9978D0339}" type="sibTrans" cxnId="{D8FE0CBB-422E-F742-8E35-8BBD1167CDE2}">
      <dgm:prSet/>
      <dgm:spPr/>
      <dgm:t>
        <a:bodyPr/>
        <a:lstStyle/>
        <a:p>
          <a:endParaRPr lang="en-US"/>
        </a:p>
      </dgm:t>
    </dgm:pt>
    <dgm:pt modelId="{207349EB-8198-8242-AFAB-89E86CDDFBEC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U: 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điều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trị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nhiễm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tiết</a:t>
          </a:r>
          <a:r>
            <a: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niệu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 KS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này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ko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phép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căn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nguyên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lập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ngoài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đương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tiết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niệu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11FFA3-1C7F-E943-A908-9EED8DEBABB5}" type="parTrans" cxnId="{665A34FB-4DA8-CC49-A6F1-54ACD4557C25}">
      <dgm:prSet/>
      <dgm:spPr/>
      <dgm:t>
        <a:bodyPr/>
        <a:lstStyle/>
        <a:p>
          <a:endParaRPr lang="en-US"/>
        </a:p>
      </dgm:t>
    </dgm:pt>
    <dgm:pt modelId="{EB51D521-3914-B849-A992-B7BBFF07FDE0}" type="sibTrans" cxnId="{665A34FB-4DA8-CC49-A6F1-54ACD4557C25}">
      <dgm:prSet/>
      <dgm:spPr/>
      <dgm:t>
        <a:bodyPr/>
        <a:lstStyle/>
        <a:p>
          <a:endParaRPr lang="en-US"/>
        </a:p>
      </dgm:t>
    </dgm:pt>
    <dgm:pt modelId="{0D687AF1-38C0-2648-8CE5-C210C72CBE66}" type="pres">
      <dgm:prSet presAssocID="{B0DBC41B-DECC-164B-86E5-CEB9FAC03039}" presName="Name0" presStyleCnt="0">
        <dgm:presLayoutVars>
          <dgm:chMax val="7"/>
          <dgm:chPref val="7"/>
          <dgm:dir/>
        </dgm:presLayoutVars>
      </dgm:prSet>
      <dgm:spPr/>
    </dgm:pt>
    <dgm:pt modelId="{0EE6517A-3F0B-A044-8B0A-D3B92A420F51}" type="pres">
      <dgm:prSet presAssocID="{B0DBC41B-DECC-164B-86E5-CEB9FAC03039}" presName="Name1" presStyleCnt="0"/>
      <dgm:spPr/>
    </dgm:pt>
    <dgm:pt modelId="{380A3BC8-7CE7-5143-8475-4EA736C9262D}" type="pres">
      <dgm:prSet presAssocID="{B0DBC41B-DECC-164B-86E5-CEB9FAC03039}" presName="cycle" presStyleCnt="0"/>
      <dgm:spPr/>
    </dgm:pt>
    <dgm:pt modelId="{73E73EB5-DB91-874E-A52A-BE8AF86197D0}" type="pres">
      <dgm:prSet presAssocID="{B0DBC41B-DECC-164B-86E5-CEB9FAC03039}" presName="srcNode" presStyleLbl="node1" presStyleIdx="0" presStyleCnt="5"/>
      <dgm:spPr/>
    </dgm:pt>
    <dgm:pt modelId="{22504C93-F977-FE4F-9A81-2E623CD1487B}" type="pres">
      <dgm:prSet presAssocID="{B0DBC41B-DECC-164B-86E5-CEB9FAC03039}" presName="conn" presStyleLbl="parChTrans1D2" presStyleIdx="0" presStyleCnt="1"/>
      <dgm:spPr/>
    </dgm:pt>
    <dgm:pt modelId="{EE364C3B-F369-4E42-9AA3-262601299272}" type="pres">
      <dgm:prSet presAssocID="{B0DBC41B-DECC-164B-86E5-CEB9FAC03039}" presName="extraNode" presStyleLbl="node1" presStyleIdx="0" presStyleCnt="5"/>
      <dgm:spPr/>
    </dgm:pt>
    <dgm:pt modelId="{511C742C-1105-DD41-92D7-D1077149E766}" type="pres">
      <dgm:prSet presAssocID="{B0DBC41B-DECC-164B-86E5-CEB9FAC03039}" presName="dstNode" presStyleLbl="node1" presStyleIdx="0" presStyleCnt="5"/>
      <dgm:spPr/>
    </dgm:pt>
    <dgm:pt modelId="{6285FADA-60E1-9847-BAC0-0B336C618C27}" type="pres">
      <dgm:prSet presAssocID="{143C2492-3D87-BE48-9843-4B2537EEFF02}" presName="text_1" presStyleLbl="node1" presStyleIdx="0" presStyleCnt="5">
        <dgm:presLayoutVars>
          <dgm:bulletEnabled val="1"/>
        </dgm:presLayoutVars>
      </dgm:prSet>
      <dgm:spPr/>
    </dgm:pt>
    <dgm:pt modelId="{17D5A39C-8DA1-634E-A47F-42FC33FED444}" type="pres">
      <dgm:prSet presAssocID="{143C2492-3D87-BE48-9843-4B2537EEFF02}" presName="accent_1" presStyleCnt="0"/>
      <dgm:spPr/>
    </dgm:pt>
    <dgm:pt modelId="{4E773735-888E-4444-BB42-5CAC322E188F}" type="pres">
      <dgm:prSet presAssocID="{143C2492-3D87-BE48-9843-4B2537EEFF02}" presName="accentRepeatNode" presStyleLbl="solidFgAcc1" presStyleIdx="0" presStyleCnt="5"/>
      <dgm:spPr/>
    </dgm:pt>
    <dgm:pt modelId="{5AAEF2B2-0656-474C-AC51-62D2284FF4E4}" type="pres">
      <dgm:prSet presAssocID="{96836F97-44DD-484D-8712-CA8F01355F33}" presName="text_2" presStyleLbl="node1" presStyleIdx="1" presStyleCnt="5">
        <dgm:presLayoutVars>
          <dgm:bulletEnabled val="1"/>
        </dgm:presLayoutVars>
      </dgm:prSet>
      <dgm:spPr/>
    </dgm:pt>
    <dgm:pt modelId="{F57E9AAD-E6B9-614F-B782-125054AA05BD}" type="pres">
      <dgm:prSet presAssocID="{96836F97-44DD-484D-8712-CA8F01355F33}" presName="accent_2" presStyleCnt="0"/>
      <dgm:spPr/>
    </dgm:pt>
    <dgm:pt modelId="{1D0FA463-8FA3-A543-BDAC-23B19AE54AAA}" type="pres">
      <dgm:prSet presAssocID="{96836F97-44DD-484D-8712-CA8F01355F33}" presName="accentRepeatNode" presStyleLbl="solidFgAcc1" presStyleIdx="1" presStyleCnt="5"/>
      <dgm:spPr/>
    </dgm:pt>
    <dgm:pt modelId="{AE9876B3-9812-584F-9D2E-E64D751D5961}" type="pres">
      <dgm:prSet presAssocID="{7CC2C8BF-3215-6745-B472-48831FC68C65}" presName="text_3" presStyleLbl="node1" presStyleIdx="2" presStyleCnt="5">
        <dgm:presLayoutVars>
          <dgm:bulletEnabled val="1"/>
        </dgm:presLayoutVars>
      </dgm:prSet>
      <dgm:spPr/>
    </dgm:pt>
    <dgm:pt modelId="{0784AFF1-DF78-3046-A6BD-E5EB1FAA9CE1}" type="pres">
      <dgm:prSet presAssocID="{7CC2C8BF-3215-6745-B472-48831FC68C65}" presName="accent_3" presStyleCnt="0"/>
      <dgm:spPr/>
    </dgm:pt>
    <dgm:pt modelId="{3E264782-AD76-A549-BECB-30837BC22D18}" type="pres">
      <dgm:prSet presAssocID="{7CC2C8BF-3215-6745-B472-48831FC68C65}" presName="accentRepeatNode" presStyleLbl="solidFgAcc1" presStyleIdx="2" presStyleCnt="5"/>
      <dgm:spPr/>
    </dgm:pt>
    <dgm:pt modelId="{E622387A-26C4-604A-9C06-C56FAD7AC3E7}" type="pres">
      <dgm:prSet presAssocID="{207349EB-8198-8242-AFAB-89E86CDDFBEC}" presName="text_4" presStyleLbl="node1" presStyleIdx="3" presStyleCnt="5">
        <dgm:presLayoutVars>
          <dgm:bulletEnabled val="1"/>
        </dgm:presLayoutVars>
      </dgm:prSet>
      <dgm:spPr/>
    </dgm:pt>
    <dgm:pt modelId="{C2EEA955-9263-ED48-8803-53B13AA48521}" type="pres">
      <dgm:prSet presAssocID="{207349EB-8198-8242-AFAB-89E86CDDFBEC}" presName="accent_4" presStyleCnt="0"/>
      <dgm:spPr/>
    </dgm:pt>
    <dgm:pt modelId="{7E847CAD-AC17-C34B-BEAB-A18BB8CF9CEE}" type="pres">
      <dgm:prSet presAssocID="{207349EB-8198-8242-AFAB-89E86CDDFBEC}" presName="accentRepeatNode" presStyleLbl="solidFgAcc1" presStyleIdx="3" presStyleCnt="5"/>
      <dgm:spPr/>
    </dgm:pt>
    <dgm:pt modelId="{D3502F35-9321-7A4B-A65B-D64298EFA304}" type="pres">
      <dgm:prSet presAssocID="{32B55BB8-5743-1E4D-8E77-114FBD5E191D}" presName="text_5" presStyleLbl="node1" presStyleIdx="4" presStyleCnt="5">
        <dgm:presLayoutVars>
          <dgm:bulletEnabled val="1"/>
        </dgm:presLayoutVars>
      </dgm:prSet>
      <dgm:spPr/>
    </dgm:pt>
    <dgm:pt modelId="{7F8AC513-A4D0-654D-97E0-E65522EA5A21}" type="pres">
      <dgm:prSet presAssocID="{32B55BB8-5743-1E4D-8E77-114FBD5E191D}" presName="accent_5" presStyleCnt="0"/>
      <dgm:spPr/>
    </dgm:pt>
    <dgm:pt modelId="{0B5AF983-AD4E-634A-9363-E7ED2C66E927}" type="pres">
      <dgm:prSet presAssocID="{32B55BB8-5743-1E4D-8E77-114FBD5E191D}" presName="accentRepeatNode" presStyleLbl="solidFgAcc1" presStyleIdx="4" presStyleCnt="5"/>
      <dgm:spPr/>
    </dgm:pt>
  </dgm:ptLst>
  <dgm:cxnLst>
    <dgm:cxn modelId="{E5455416-002D-5A47-8C04-050F896233EA}" srcId="{B0DBC41B-DECC-164B-86E5-CEB9FAC03039}" destId="{96836F97-44DD-484D-8712-CA8F01355F33}" srcOrd="1" destOrd="0" parTransId="{DEBF5862-8C83-7043-8CD9-39DA84648795}" sibTransId="{84CBC1F6-6104-9A45-8FDC-CEE9A0560A06}"/>
    <dgm:cxn modelId="{6D103C22-6875-A345-9FAA-2C1B6ACEC0D6}" type="presOf" srcId="{32B55BB8-5743-1E4D-8E77-114FBD5E191D}" destId="{D3502F35-9321-7A4B-A65B-D64298EFA304}" srcOrd="0" destOrd="0" presId="urn:microsoft.com/office/officeart/2008/layout/VerticalCurvedList"/>
    <dgm:cxn modelId="{F8838531-00EC-DD4D-9AED-9DC7A2CA7C8C}" type="presOf" srcId="{143C2492-3D87-BE48-9843-4B2537EEFF02}" destId="{6285FADA-60E1-9847-BAC0-0B336C618C27}" srcOrd="0" destOrd="0" presId="urn:microsoft.com/office/officeart/2008/layout/VerticalCurvedList"/>
    <dgm:cxn modelId="{8C99FB33-1C62-F443-BA97-D68211D69235}" type="presOf" srcId="{207349EB-8198-8242-AFAB-89E86CDDFBEC}" destId="{E622387A-26C4-604A-9C06-C56FAD7AC3E7}" srcOrd="0" destOrd="0" presId="urn:microsoft.com/office/officeart/2008/layout/VerticalCurvedList"/>
    <dgm:cxn modelId="{B9D58636-1A6E-1C4E-890F-AF0E87F28DE8}" type="presOf" srcId="{7CC2C8BF-3215-6745-B472-48831FC68C65}" destId="{AE9876B3-9812-584F-9D2E-E64D751D5961}" srcOrd="0" destOrd="0" presId="urn:microsoft.com/office/officeart/2008/layout/VerticalCurvedList"/>
    <dgm:cxn modelId="{37154C53-FAB0-1742-86E7-6BF26D9CA487}" srcId="{B0DBC41B-DECC-164B-86E5-CEB9FAC03039}" destId="{143C2492-3D87-BE48-9843-4B2537EEFF02}" srcOrd="0" destOrd="0" parTransId="{3173FC31-CF9A-B340-A5B6-2D339E3F5711}" sibTransId="{6B33820C-AA83-EB40-99D3-F9804E76D1BA}"/>
    <dgm:cxn modelId="{CBFD55B0-5EA2-9141-9EA6-823554F39D0A}" type="presOf" srcId="{6B33820C-AA83-EB40-99D3-F9804E76D1BA}" destId="{22504C93-F977-FE4F-9A81-2E623CD1487B}" srcOrd="0" destOrd="0" presId="urn:microsoft.com/office/officeart/2008/layout/VerticalCurvedList"/>
    <dgm:cxn modelId="{72371EB7-2308-9244-ABD3-5B0B9CEA38A9}" srcId="{B0DBC41B-DECC-164B-86E5-CEB9FAC03039}" destId="{7CC2C8BF-3215-6745-B472-48831FC68C65}" srcOrd="2" destOrd="0" parTransId="{893BBE0C-9352-3445-A044-DBE4F421944E}" sibTransId="{CC275D7C-71E1-8541-BF24-77F5495B40C8}"/>
    <dgm:cxn modelId="{D8FE0CBB-422E-F742-8E35-8BBD1167CDE2}" srcId="{B0DBC41B-DECC-164B-86E5-CEB9FAC03039}" destId="{32B55BB8-5743-1E4D-8E77-114FBD5E191D}" srcOrd="4" destOrd="0" parTransId="{F32CEFC0-60B0-4240-892B-D697B2997AD6}" sibTransId="{FB06B80F-CEAA-CB4C-9076-FBD9978D0339}"/>
    <dgm:cxn modelId="{FA95D6CC-8614-E04D-9A1C-AE5EB42E94A2}" type="presOf" srcId="{B0DBC41B-DECC-164B-86E5-CEB9FAC03039}" destId="{0D687AF1-38C0-2648-8CE5-C210C72CBE66}" srcOrd="0" destOrd="0" presId="urn:microsoft.com/office/officeart/2008/layout/VerticalCurvedList"/>
    <dgm:cxn modelId="{4A353DF9-5382-0645-A58D-EC725CB1D38B}" type="presOf" srcId="{96836F97-44DD-484D-8712-CA8F01355F33}" destId="{5AAEF2B2-0656-474C-AC51-62D2284FF4E4}" srcOrd="0" destOrd="0" presId="urn:microsoft.com/office/officeart/2008/layout/VerticalCurvedList"/>
    <dgm:cxn modelId="{665A34FB-4DA8-CC49-A6F1-54ACD4557C25}" srcId="{B0DBC41B-DECC-164B-86E5-CEB9FAC03039}" destId="{207349EB-8198-8242-AFAB-89E86CDDFBEC}" srcOrd="3" destOrd="0" parTransId="{5B11FFA3-1C7F-E943-A908-9EED8DEBABB5}" sibTransId="{EB51D521-3914-B849-A992-B7BBFF07FDE0}"/>
    <dgm:cxn modelId="{2F68D17D-90F4-E649-95CF-18538AE0C7B7}" type="presParOf" srcId="{0D687AF1-38C0-2648-8CE5-C210C72CBE66}" destId="{0EE6517A-3F0B-A044-8B0A-D3B92A420F51}" srcOrd="0" destOrd="0" presId="urn:microsoft.com/office/officeart/2008/layout/VerticalCurvedList"/>
    <dgm:cxn modelId="{80821496-1E3E-4940-BF37-EABA6DEE9699}" type="presParOf" srcId="{0EE6517A-3F0B-A044-8B0A-D3B92A420F51}" destId="{380A3BC8-7CE7-5143-8475-4EA736C9262D}" srcOrd="0" destOrd="0" presId="urn:microsoft.com/office/officeart/2008/layout/VerticalCurvedList"/>
    <dgm:cxn modelId="{ADA85FAE-6A58-4F42-8294-2E8BC8ED6719}" type="presParOf" srcId="{380A3BC8-7CE7-5143-8475-4EA736C9262D}" destId="{73E73EB5-DB91-874E-A52A-BE8AF86197D0}" srcOrd="0" destOrd="0" presId="urn:microsoft.com/office/officeart/2008/layout/VerticalCurvedList"/>
    <dgm:cxn modelId="{7CEC52B5-9F45-7045-BA62-73826E97167F}" type="presParOf" srcId="{380A3BC8-7CE7-5143-8475-4EA736C9262D}" destId="{22504C93-F977-FE4F-9A81-2E623CD1487B}" srcOrd="1" destOrd="0" presId="urn:microsoft.com/office/officeart/2008/layout/VerticalCurvedList"/>
    <dgm:cxn modelId="{3AE62E4E-FE3C-6E4C-BEBD-3383422F8E93}" type="presParOf" srcId="{380A3BC8-7CE7-5143-8475-4EA736C9262D}" destId="{EE364C3B-F369-4E42-9AA3-262601299272}" srcOrd="2" destOrd="0" presId="urn:microsoft.com/office/officeart/2008/layout/VerticalCurvedList"/>
    <dgm:cxn modelId="{1D53735C-7736-6F43-8F1A-83747ED5E467}" type="presParOf" srcId="{380A3BC8-7CE7-5143-8475-4EA736C9262D}" destId="{511C742C-1105-DD41-92D7-D1077149E766}" srcOrd="3" destOrd="0" presId="urn:microsoft.com/office/officeart/2008/layout/VerticalCurvedList"/>
    <dgm:cxn modelId="{A3218165-1B01-F943-AB08-0E6C3A3E3CE4}" type="presParOf" srcId="{0EE6517A-3F0B-A044-8B0A-D3B92A420F51}" destId="{6285FADA-60E1-9847-BAC0-0B336C618C27}" srcOrd="1" destOrd="0" presId="urn:microsoft.com/office/officeart/2008/layout/VerticalCurvedList"/>
    <dgm:cxn modelId="{FB6D85F1-10CC-3B4A-B03D-BA063886CAEB}" type="presParOf" srcId="{0EE6517A-3F0B-A044-8B0A-D3B92A420F51}" destId="{17D5A39C-8DA1-634E-A47F-42FC33FED444}" srcOrd="2" destOrd="0" presId="urn:microsoft.com/office/officeart/2008/layout/VerticalCurvedList"/>
    <dgm:cxn modelId="{C67F65B2-024C-B448-9233-FCE95E016DAE}" type="presParOf" srcId="{17D5A39C-8DA1-634E-A47F-42FC33FED444}" destId="{4E773735-888E-4444-BB42-5CAC322E188F}" srcOrd="0" destOrd="0" presId="urn:microsoft.com/office/officeart/2008/layout/VerticalCurvedList"/>
    <dgm:cxn modelId="{5734BC54-F944-6D48-B466-108DF1BFFECB}" type="presParOf" srcId="{0EE6517A-3F0B-A044-8B0A-D3B92A420F51}" destId="{5AAEF2B2-0656-474C-AC51-62D2284FF4E4}" srcOrd="3" destOrd="0" presId="urn:microsoft.com/office/officeart/2008/layout/VerticalCurvedList"/>
    <dgm:cxn modelId="{EDC9D907-4764-C542-900B-89CCAFD03036}" type="presParOf" srcId="{0EE6517A-3F0B-A044-8B0A-D3B92A420F51}" destId="{F57E9AAD-E6B9-614F-B782-125054AA05BD}" srcOrd="4" destOrd="0" presId="urn:microsoft.com/office/officeart/2008/layout/VerticalCurvedList"/>
    <dgm:cxn modelId="{1C926559-017A-0A4C-ADBA-A5A88AE77E1C}" type="presParOf" srcId="{F57E9AAD-E6B9-614F-B782-125054AA05BD}" destId="{1D0FA463-8FA3-A543-BDAC-23B19AE54AAA}" srcOrd="0" destOrd="0" presId="urn:microsoft.com/office/officeart/2008/layout/VerticalCurvedList"/>
    <dgm:cxn modelId="{320E03CA-A166-B441-810F-ABB16AF9B4EA}" type="presParOf" srcId="{0EE6517A-3F0B-A044-8B0A-D3B92A420F51}" destId="{AE9876B3-9812-584F-9D2E-E64D751D5961}" srcOrd="5" destOrd="0" presId="urn:microsoft.com/office/officeart/2008/layout/VerticalCurvedList"/>
    <dgm:cxn modelId="{C927ECA8-91EA-9543-A9EB-48B7B40C1A81}" type="presParOf" srcId="{0EE6517A-3F0B-A044-8B0A-D3B92A420F51}" destId="{0784AFF1-DF78-3046-A6BD-E5EB1FAA9CE1}" srcOrd="6" destOrd="0" presId="urn:microsoft.com/office/officeart/2008/layout/VerticalCurvedList"/>
    <dgm:cxn modelId="{26C4C480-F7A9-7D4C-AA33-E994FB0E86AA}" type="presParOf" srcId="{0784AFF1-DF78-3046-A6BD-E5EB1FAA9CE1}" destId="{3E264782-AD76-A549-BECB-30837BC22D18}" srcOrd="0" destOrd="0" presId="urn:microsoft.com/office/officeart/2008/layout/VerticalCurvedList"/>
    <dgm:cxn modelId="{CE7DB7E5-C070-2F43-834A-1FDB439A1A93}" type="presParOf" srcId="{0EE6517A-3F0B-A044-8B0A-D3B92A420F51}" destId="{E622387A-26C4-604A-9C06-C56FAD7AC3E7}" srcOrd="7" destOrd="0" presId="urn:microsoft.com/office/officeart/2008/layout/VerticalCurvedList"/>
    <dgm:cxn modelId="{896CD5CC-0E69-414F-BE53-D9662BD46A67}" type="presParOf" srcId="{0EE6517A-3F0B-A044-8B0A-D3B92A420F51}" destId="{C2EEA955-9263-ED48-8803-53B13AA48521}" srcOrd="8" destOrd="0" presId="urn:microsoft.com/office/officeart/2008/layout/VerticalCurvedList"/>
    <dgm:cxn modelId="{E395657F-4E0E-DE41-8B3A-7383CBE7A185}" type="presParOf" srcId="{C2EEA955-9263-ED48-8803-53B13AA48521}" destId="{7E847CAD-AC17-C34B-BEAB-A18BB8CF9CEE}" srcOrd="0" destOrd="0" presId="urn:microsoft.com/office/officeart/2008/layout/VerticalCurvedList"/>
    <dgm:cxn modelId="{BD4B3E1B-C271-2E40-A6B6-00365EA0B6A6}" type="presParOf" srcId="{0EE6517A-3F0B-A044-8B0A-D3B92A420F51}" destId="{D3502F35-9321-7A4B-A65B-D64298EFA304}" srcOrd="9" destOrd="0" presId="urn:microsoft.com/office/officeart/2008/layout/VerticalCurvedList"/>
    <dgm:cxn modelId="{9E1CA996-B02C-554F-92AD-DAF1D863ACB5}" type="presParOf" srcId="{0EE6517A-3F0B-A044-8B0A-D3B92A420F51}" destId="{7F8AC513-A4D0-654D-97E0-E65522EA5A21}" srcOrd="10" destOrd="0" presId="urn:microsoft.com/office/officeart/2008/layout/VerticalCurvedList"/>
    <dgm:cxn modelId="{F5BEFEEC-D8DC-B84C-AE26-E0E24D30A804}" type="presParOf" srcId="{7F8AC513-A4D0-654D-97E0-E65522EA5A21}" destId="{0B5AF983-AD4E-634A-9363-E7ED2C66E92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31B02-4C22-6742-973E-02C42F5B120C}">
      <dsp:nvSpPr>
        <dsp:cNvPr id="0" name=""/>
        <dsp:cNvSpPr/>
      </dsp:nvSpPr>
      <dsp:spPr>
        <a:xfrm>
          <a:off x="-4844264" y="-742403"/>
          <a:ext cx="5769713" cy="5769713"/>
        </a:xfrm>
        <a:prstGeom prst="blockArc">
          <a:avLst>
            <a:gd name="adj1" fmla="val 18900000"/>
            <a:gd name="adj2" fmla="val 2700000"/>
            <a:gd name="adj3" fmla="val 37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89B159-6DB3-9341-BBE3-B271B3312888}">
      <dsp:nvSpPr>
        <dsp:cNvPr id="0" name=""/>
        <dsp:cNvSpPr/>
      </dsp:nvSpPr>
      <dsp:spPr>
        <a:xfrm>
          <a:off x="345391" y="225643"/>
          <a:ext cx="7366623" cy="451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7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pp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tham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chiếu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KS</a:t>
          </a:r>
        </a:p>
      </dsp:txBody>
      <dsp:txXfrm>
        <a:off x="345391" y="225643"/>
        <a:ext cx="7366623" cy="451114"/>
      </dsp:txXfrm>
    </dsp:sp>
    <dsp:sp modelId="{6330CFFC-91B7-A443-8850-6AA0A9B6C857}">
      <dsp:nvSpPr>
        <dsp:cNvPr id="0" name=""/>
        <dsp:cNvSpPr/>
      </dsp:nvSpPr>
      <dsp:spPr>
        <a:xfrm>
          <a:off x="63444" y="169253"/>
          <a:ext cx="563893" cy="563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26C52-550E-AE49-A294-66C40CC9BED0}">
      <dsp:nvSpPr>
        <dsp:cNvPr id="0" name=""/>
        <dsp:cNvSpPr/>
      </dsp:nvSpPr>
      <dsp:spPr>
        <a:xfrm>
          <a:off x="716463" y="902229"/>
          <a:ext cx="6995550" cy="451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7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Cung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QC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PP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6463" y="902229"/>
        <a:ext cx="6995550" cy="451114"/>
      </dsp:txXfrm>
    </dsp:sp>
    <dsp:sp modelId="{52C3869A-E129-834D-A227-6D9C1724E8DF}">
      <dsp:nvSpPr>
        <dsp:cNvPr id="0" name=""/>
        <dsp:cNvSpPr/>
      </dsp:nvSpPr>
      <dsp:spPr>
        <a:xfrm>
          <a:off x="434517" y="845840"/>
          <a:ext cx="563893" cy="563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98C1D-1345-7E44-9682-F4ABE532ABA8}">
      <dsp:nvSpPr>
        <dsp:cNvPr id="0" name=""/>
        <dsp:cNvSpPr/>
      </dsp:nvSpPr>
      <dsp:spPr>
        <a:xfrm>
          <a:off x="886146" y="1578816"/>
          <a:ext cx="6825868" cy="451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7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giải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KS</a:t>
          </a:r>
        </a:p>
      </dsp:txBody>
      <dsp:txXfrm>
        <a:off x="886146" y="1578816"/>
        <a:ext cx="6825868" cy="451114"/>
      </dsp:txXfrm>
    </dsp:sp>
    <dsp:sp modelId="{23E92BB3-A417-4541-BFCA-0E0FDA99A086}">
      <dsp:nvSpPr>
        <dsp:cNvPr id="0" name=""/>
        <dsp:cNvSpPr/>
      </dsp:nvSpPr>
      <dsp:spPr>
        <a:xfrm>
          <a:off x="604199" y="1522427"/>
          <a:ext cx="563893" cy="563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10FA4-A20F-0941-8240-2541AC7931FD}">
      <dsp:nvSpPr>
        <dsp:cNvPr id="0" name=""/>
        <dsp:cNvSpPr/>
      </dsp:nvSpPr>
      <dsp:spPr>
        <a:xfrm>
          <a:off x="886146" y="2254974"/>
          <a:ext cx="6825868" cy="451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7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Gợi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ý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chiến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lược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6146" y="2254974"/>
        <a:ext cx="6825868" cy="451114"/>
      </dsp:txXfrm>
    </dsp:sp>
    <dsp:sp modelId="{1BBB4634-518C-B341-86E4-5F17945BA3DB}">
      <dsp:nvSpPr>
        <dsp:cNvPr id="0" name=""/>
        <dsp:cNvSpPr/>
      </dsp:nvSpPr>
      <dsp:spPr>
        <a:xfrm>
          <a:off x="604199" y="2198585"/>
          <a:ext cx="563893" cy="563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D65FE-D8FB-244B-A08E-36CD3485EF0F}">
      <dsp:nvSpPr>
        <dsp:cNvPr id="0" name=""/>
        <dsp:cNvSpPr/>
      </dsp:nvSpPr>
      <dsp:spPr>
        <a:xfrm>
          <a:off x="716463" y="2931561"/>
          <a:ext cx="6995550" cy="451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7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Điều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chỉnh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tối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hoá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6463" y="2931561"/>
        <a:ext cx="6995550" cy="451114"/>
      </dsp:txXfrm>
    </dsp:sp>
    <dsp:sp modelId="{D1C25A1D-1692-1549-89B8-624C4187D15F}">
      <dsp:nvSpPr>
        <dsp:cNvPr id="0" name=""/>
        <dsp:cNvSpPr/>
      </dsp:nvSpPr>
      <dsp:spPr>
        <a:xfrm>
          <a:off x="434517" y="2875171"/>
          <a:ext cx="563893" cy="563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20807-42ED-7C4C-906C-CC715DEA7B93}">
      <dsp:nvSpPr>
        <dsp:cNvPr id="0" name=""/>
        <dsp:cNvSpPr/>
      </dsp:nvSpPr>
      <dsp:spPr>
        <a:xfrm>
          <a:off x="345391" y="3608147"/>
          <a:ext cx="7366623" cy="4511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72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Khuyển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khích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người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sử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5391" y="3608147"/>
        <a:ext cx="7366623" cy="451114"/>
      </dsp:txXfrm>
    </dsp:sp>
    <dsp:sp modelId="{E40BE173-606E-804D-A921-26804C8C631E}">
      <dsp:nvSpPr>
        <dsp:cNvPr id="0" name=""/>
        <dsp:cNvSpPr/>
      </dsp:nvSpPr>
      <dsp:spPr>
        <a:xfrm>
          <a:off x="63444" y="3551758"/>
          <a:ext cx="563893" cy="5638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04C93-F977-FE4F-9A81-2E623CD1487B}">
      <dsp:nvSpPr>
        <dsp:cNvPr id="0" name=""/>
        <dsp:cNvSpPr/>
      </dsp:nvSpPr>
      <dsp:spPr>
        <a:xfrm>
          <a:off x="-5301710" y="-811947"/>
          <a:ext cx="6313126" cy="6313126"/>
        </a:xfrm>
        <a:prstGeom prst="blockArc">
          <a:avLst>
            <a:gd name="adj1" fmla="val 18900000"/>
            <a:gd name="adj2" fmla="val 2700000"/>
            <a:gd name="adj3" fmla="val 342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85FADA-60E1-9847-BAC0-0B336C618C27}">
      <dsp:nvSpPr>
        <dsp:cNvPr id="0" name=""/>
        <dsp:cNvSpPr/>
      </dsp:nvSpPr>
      <dsp:spPr>
        <a:xfrm>
          <a:off x="442313" y="292983"/>
          <a:ext cx="8507671" cy="5863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540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A: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tiên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quy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quy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2313" y="292983"/>
        <a:ext cx="8507671" cy="586341"/>
      </dsp:txXfrm>
    </dsp:sp>
    <dsp:sp modelId="{4E773735-888E-4444-BB42-5CAC322E188F}">
      <dsp:nvSpPr>
        <dsp:cNvPr id="0" name=""/>
        <dsp:cNvSpPr/>
      </dsp:nvSpPr>
      <dsp:spPr>
        <a:xfrm>
          <a:off x="75849" y="219690"/>
          <a:ext cx="732926" cy="73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EF2B2-0656-474C-AC51-62D2284FF4E4}">
      <dsp:nvSpPr>
        <dsp:cNvPr id="0" name=""/>
        <dsp:cNvSpPr/>
      </dsp:nvSpPr>
      <dsp:spPr>
        <a:xfrm>
          <a:off x="862468" y="1172213"/>
          <a:ext cx="8087516" cy="5863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540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B: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củng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cố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chọn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lọc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báo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cáo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Th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kháng,không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di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đáp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KS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nhiễm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nhiễm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2468" y="1172213"/>
        <a:ext cx="8087516" cy="586341"/>
      </dsp:txXfrm>
    </dsp:sp>
    <dsp:sp modelId="{1D0FA463-8FA3-A543-BDAC-23B19AE54AAA}">
      <dsp:nvSpPr>
        <dsp:cNvPr id="0" name=""/>
        <dsp:cNvSpPr/>
      </dsp:nvSpPr>
      <dsp:spPr>
        <a:xfrm>
          <a:off x="496005" y="1098921"/>
          <a:ext cx="732926" cy="73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6B3-9812-584F-9D2E-E64D751D5961}">
      <dsp:nvSpPr>
        <dsp:cNvPr id="0" name=""/>
        <dsp:cNvSpPr/>
      </dsp:nvSpPr>
      <dsp:spPr>
        <a:xfrm>
          <a:off x="991422" y="2051444"/>
          <a:ext cx="7958562" cy="5863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540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C: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Bổ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sung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ở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những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bệnh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viện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tác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lại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những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ks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hang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BN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tiền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sử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lại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KS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ưu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tiên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91422" y="2051444"/>
        <a:ext cx="7958562" cy="586341"/>
      </dsp:txXfrm>
    </dsp:sp>
    <dsp:sp modelId="{3E264782-AD76-A549-BECB-30837BC22D18}">
      <dsp:nvSpPr>
        <dsp:cNvPr id="0" name=""/>
        <dsp:cNvSpPr/>
      </dsp:nvSpPr>
      <dsp:spPr>
        <a:xfrm>
          <a:off x="624958" y="1978152"/>
          <a:ext cx="732926" cy="73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2387A-26C4-604A-9C06-C56FAD7AC3E7}">
      <dsp:nvSpPr>
        <dsp:cNvPr id="0" name=""/>
        <dsp:cNvSpPr/>
      </dsp:nvSpPr>
      <dsp:spPr>
        <a:xfrm>
          <a:off x="862468" y="2930675"/>
          <a:ext cx="8087516" cy="5863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540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U: 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điều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trị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nhiễm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tiết</a:t>
          </a:r>
          <a:r>
            <a:rPr lang="en-US" sz="16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niệu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KS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này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ko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phép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căn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nguyên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lập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ngoài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đương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tiết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niệu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2468" y="2930675"/>
        <a:ext cx="8087516" cy="586341"/>
      </dsp:txXfrm>
    </dsp:sp>
    <dsp:sp modelId="{7E847CAD-AC17-C34B-BEAB-A18BB8CF9CEE}">
      <dsp:nvSpPr>
        <dsp:cNvPr id="0" name=""/>
        <dsp:cNvSpPr/>
      </dsp:nvSpPr>
      <dsp:spPr>
        <a:xfrm>
          <a:off x="496005" y="2857382"/>
          <a:ext cx="732926" cy="73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02F35-9321-7A4B-A65B-D64298EFA304}">
      <dsp:nvSpPr>
        <dsp:cNvPr id="0" name=""/>
        <dsp:cNvSpPr/>
      </dsp:nvSpPr>
      <dsp:spPr>
        <a:xfrm>
          <a:off x="442313" y="3809906"/>
          <a:ext cx="8507671" cy="5863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540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Inv: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Nhóm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kS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đang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quá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nghiên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cứu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thử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nghiệm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442313" y="3809906"/>
        <a:ext cx="8507671" cy="586341"/>
      </dsp:txXfrm>
    </dsp:sp>
    <dsp:sp modelId="{0B5AF983-AD4E-634A-9363-E7ED2C66E927}">
      <dsp:nvSpPr>
        <dsp:cNvPr id="0" name=""/>
        <dsp:cNvSpPr/>
      </dsp:nvSpPr>
      <dsp:spPr>
        <a:xfrm>
          <a:off x="75849" y="3736613"/>
          <a:ext cx="732926" cy="73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43E4B-EBF3-4140-ADF9-18DF95EB258F}" type="datetimeFigureOut">
              <a:rPr lang="vi-VN" smtClean="0"/>
              <a:t>18/01/2021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6056B-1042-4CE3-8D5C-948E81A96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813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8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72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8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1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2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3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0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4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6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87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38275"/>
            <a:ext cx="4038600" cy="4733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532BD-13F8-4947-981E-F9EEC9860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653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C0C17B6-6D88-4BD5-BEB8-39E3B02A26AD}" type="datetimeFigureOut">
              <a:rPr lang="en-US" smtClean="0"/>
              <a:pPr/>
              <a:t>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64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69631" y="643944"/>
            <a:ext cx="8488002" cy="3937157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bliqueBottomLeft"/>
            <a:lightRig rig="threePt" dir="t"/>
          </a:scene3d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201168" lvl="1" indent="0" algn="ctr">
              <a:lnSpc>
                <a:spcPct val="150000"/>
              </a:lnSpc>
              <a:buNone/>
            </a:pPr>
            <a:r>
              <a:rPr lang="vi-VN" sz="3800" b="1" dirty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VIỆN TIÊU CHUẨN LÂM SÀNG VÀ XÉT NGHIỆM (CLSI)  </a:t>
            </a:r>
            <a:br>
              <a:rPr lang="vi-VN" sz="3600" b="1" dirty="0"/>
            </a:br>
            <a:endParaRPr lang="en-US" sz="3800" b="1" dirty="0">
              <a:ln w="11430"/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buNone/>
            </a:pPr>
            <a:endParaRPr lang="en-US" sz="3800" b="1" dirty="0">
              <a:ln w="11430"/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buNone/>
            </a:pPr>
            <a:r>
              <a:rPr lang="en-US" sz="3800" b="1" dirty="0">
                <a:ln w="11430"/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KHOA VI SINH</a:t>
            </a:r>
            <a:endParaRPr lang="vi-VN" sz="4000" b="1" dirty="0">
              <a:ln w="11430"/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60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A6B7-0D1E-A24C-98A0-A6B358EB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43611"/>
          </a:xfrm>
        </p:spPr>
        <p:txBody>
          <a:bodyPr>
            <a:normAutofit/>
          </a:bodyPr>
          <a:lstStyle/>
          <a:p>
            <a:pPr algn="ctr"/>
            <a:r>
              <a:rPr lang="en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NHIỆM VỤ CỦA UỶ BAN THỬ NGHIỆM NHẠY CẢM KHÁNG SINH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502AF5-13E6-9F45-B421-E3DA264B2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848384"/>
              </p:ext>
            </p:extLst>
          </p:nvPr>
        </p:nvGraphicFramePr>
        <p:xfrm>
          <a:off x="822325" y="1846263"/>
          <a:ext cx="7770690" cy="4284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018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175B-2349-4F4A-9922-0EAE7E77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286605"/>
            <a:ext cx="8780584" cy="885704"/>
          </a:xfrm>
        </p:spPr>
        <p:txBody>
          <a:bodyPr>
            <a:normAutofit fontScale="90000"/>
          </a:bodyPr>
          <a:lstStyle/>
          <a:p>
            <a:pPr algn="ctr"/>
            <a:r>
              <a:rPr lang="en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LỰA CHỌN KS VÀ THỬ NGHIỆM </a:t>
            </a:r>
            <a:br>
              <a:rPr lang="en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38CE2-8CFA-B249-80FF-44168B97D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Việc lựa chọn KS phù hợp nhất phụ thuộc vào phòng xét nghiệm vi sinh kết hợp với bs lâm sàng, khoa dược, khoa KSNK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Các ks trong cùng một ô để chỉ chúng cùng một nhóm KS nên giai thích kết quả và hiệu quả tương tự.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Thử nghiệm báo cáo theo nhóm: Nhóm A,B,C,U,O,InV</a:t>
            </a:r>
          </a:p>
        </p:txBody>
      </p:sp>
    </p:spTree>
    <p:extLst>
      <p:ext uri="{BB962C8B-B14F-4D97-AF65-F5344CB8AC3E}">
        <p14:creationId xmlns:p14="http://schemas.microsoft.com/office/powerpoint/2010/main" val="6447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2913-A26D-7E41-B5FD-B70CB28F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797168"/>
            <a:ext cx="7852117" cy="750277"/>
          </a:xfrm>
        </p:spPr>
        <p:txBody>
          <a:bodyPr>
            <a:normAutofit/>
          </a:bodyPr>
          <a:lstStyle/>
          <a:p>
            <a:pPr algn="ctr"/>
            <a:r>
              <a:rPr lang="en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 nghiệm báo cáo theo nhóm</a:t>
            </a:r>
            <a:endParaRPr lang="en-VN" sz="40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92A7615-7561-CE44-B9B1-C0717EB52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481088"/>
              </p:ext>
            </p:extLst>
          </p:nvPr>
        </p:nvGraphicFramePr>
        <p:xfrm>
          <a:off x="128954" y="1641231"/>
          <a:ext cx="9015046" cy="4689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CF1AA703-A870-9F4B-9C57-EC73B56B73EC}"/>
              </a:ext>
            </a:extLst>
          </p:cNvPr>
          <p:cNvSpPr txBox="1">
            <a:spLocks/>
          </p:cNvSpPr>
          <p:nvPr/>
        </p:nvSpPr>
        <p:spPr>
          <a:xfrm>
            <a:off x="-513470" y="187568"/>
            <a:ext cx="4358639" cy="3634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LỰA CHỌN KS VÀ THỬ NGHIỆM </a:t>
            </a:r>
            <a:br>
              <a:rPr lang="en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</a:t>
            </a:r>
            <a:endParaRPr lang="en-VN" sz="1600" dirty="0"/>
          </a:p>
        </p:txBody>
      </p:sp>
    </p:spTree>
    <p:extLst>
      <p:ext uri="{BB962C8B-B14F-4D97-AF65-F5344CB8AC3E}">
        <p14:creationId xmlns:p14="http://schemas.microsoft.com/office/powerpoint/2010/main" val="267061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16D0-C419-8C42-8BB9-1C0DE2BA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E34F-84D1-3C44-8F6A-8D7F4CC96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2839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8312-966D-AF4A-9E1F-21190801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6D38-5F52-1C4F-8AB0-D942A048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0889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CA11-FAE0-024F-8928-64E6B852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0953A-3DB3-7045-A083-CF5516328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4836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2C78-2226-DB40-A75C-144A3777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EF200-F499-C34A-B1F0-364B8ECF9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5225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B037-EAEC-6B4C-9780-B4C88218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210600"/>
          </a:xfrm>
        </p:spPr>
        <p:txBody>
          <a:bodyPr>
            <a:normAutofit/>
          </a:bodyPr>
          <a:lstStyle/>
          <a:p>
            <a:pPr algn="ctr"/>
            <a:r>
              <a:rPr lang="en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CHỦNG CHUẨN QC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2BF4F-29FA-A14B-AEB7-56B5C0A2C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V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Lựa chọn chủng chuẩn</a:t>
                </a:r>
              </a:p>
              <a:p>
                <a:r>
                  <a:rPr lang="en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Lựa chọn theo tài liệu CLSI M100 cập nhật từng năm thì ở mỗi bảng danh sách hướng dẫn đặt KS cho Vk luôn có phần góc bên phải khuyến cáo chủng</a:t>
                </a:r>
              </a:p>
              <a:p>
                <a:r>
                  <a:rPr lang="en-V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Sử dụng chủng chuân</a:t>
                </a:r>
              </a:p>
              <a:p>
                <a:r>
                  <a:rPr lang="en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Nhiệt độ bảo quản CC: Để lưu giữ chủng dài hạn nên </a:t>
                </a:r>
                <a:r>
                  <a:rPr lang="en-V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 chủng ở -20</a:t>
                </a:r>
                <a14:m>
                  <m:oMath xmlns:m="http://schemas.openxmlformats.org/officeDocument/2006/math">
                    <m:r>
                      <a:rPr lang="en-V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V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 thấp hơn (Tốt nhất là -60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Môi trường bảo quản CC: Canh thang chứa 50% huyết thanh bào thai bê, </a:t>
                </a:r>
                <a:r>
                  <a:rPr lang="en-V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canh thang chứa 10-15% Glycerol</a:t>
                </a:r>
                <a:r>
                  <a:rPr lang="en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máu cừu đã loại sợi tơ huyết, dạng đông khô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2BF4F-29FA-A14B-AEB7-56B5C0A2C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71" t="-1572" r="-33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95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>
            <a:extLst>
              <a:ext uri="{FF2B5EF4-FFF2-40B4-BE49-F238E27FC236}">
                <a16:creationId xmlns:a16="http://schemas.microsoft.com/office/drawing/2014/main" id="{9C2BB7B6-F9D3-CB4D-AABD-95C284BE234D}"/>
              </a:ext>
            </a:extLst>
          </p:cNvPr>
          <p:cNvSpPr/>
          <p:nvPr/>
        </p:nvSpPr>
        <p:spPr>
          <a:xfrm rot="5400000">
            <a:off x="3263221" y="295176"/>
            <a:ext cx="713435" cy="442127"/>
          </a:xfrm>
          <a:prstGeom prst="homeP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V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hủng gốc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E65DAB-6791-0D4C-835E-C336D3024774}"/>
              </a:ext>
            </a:extLst>
          </p:cNvPr>
          <p:cNvSpPr/>
          <p:nvPr/>
        </p:nvSpPr>
        <p:spPr>
          <a:xfrm>
            <a:off x="3125903" y="1356532"/>
            <a:ext cx="1045029" cy="582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Đĩa gốc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7EAAD3A8-74E8-5D40-AA44-FDA985B158DE}"/>
              </a:ext>
            </a:extLst>
          </p:cNvPr>
          <p:cNvSpPr/>
          <p:nvPr/>
        </p:nvSpPr>
        <p:spPr>
          <a:xfrm>
            <a:off x="261288" y="2542229"/>
            <a:ext cx="643094" cy="944546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Ống Lưu chủng gốc 25 viên bi cao su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6BFE2C71-4B43-8E4D-9E56-88CDB8BEFBB4}"/>
              </a:ext>
            </a:extLst>
          </p:cNvPr>
          <p:cNvSpPr/>
          <p:nvPr/>
        </p:nvSpPr>
        <p:spPr>
          <a:xfrm>
            <a:off x="6491266" y="2542229"/>
            <a:ext cx="643094" cy="944546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Ống Lưu chủng gốc 25 viên bi cao su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4E20B396-1074-3749-8B51-91C02E76720C}"/>
              </a:ext>
            </a:extLst>
          </p:cNvPr>
          <p:cNvSpPr/>
          <p:nvPr/>
        </p:nvSpPr>
        <p:spPr>
          <a:xfrm>
            <a:off x="4401208" y="2542229"/>
            <a:ext cx="643094" cy="944546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Ống Lưu chủng gốc 25 viên bi cao su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F086A9B5-392F-8F42-9BC6-CCD04F232571}"/>
              </a:ext>
            </a:extLst>
          </p:cNvPr>
          <p:cNvSpPr/>
          <p:nvPr/>
        </p:nvSpPr>
        <p:spPr>
          <a:xfrm>
            <a:off x="2331248" y="2542229"/>
            <a:ext cx="643094" cy="944546"/>
          </a:xfrm>
          <a:prstGeom prst="ca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Ống Lưu chủng gốc 25 viên bi cao su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05803A-69F4-EC47-B14B-412DB17BEDC9}"/>
              </a:ext>
            </a:extLst>
          </p:cNvPr>
          <p:cNvSpPr/>
          <p:nvPr/>
        </p:nvSpPr>
        <p:spPr>
          <a:xfrm>
            <a:off x="3175309" y="4102238"/>
            <a:ext cx="1045029" cy="582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Đĩa chủng tháng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5426AA-3458-2B41-A3DE-C32278EB5E19}"/>
              </a:ext>
            </a:extLst>
          </p:cNvPr>
          <p:cNvSpPr/>
          <p:nvPr/>
        </p:nvSpPr>
        <p:spPr>
          <a:xfrm>
            <a:off x="371848" y="5295480"/>
            <a:ext cx="1045029" cy="582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Đĩa chủng tuần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41C58F-561C-D445-AB23-B2BEFDA699AB}"/>
              </a:ext>
            </a:extLst>
          </p:cNvPr>
          <p:cNvSpPr/>
          <p:nvPr/>
        </p:nvSpPr>
        <p:spPr>
          <a:xfrm>
            <a:off x="2080877" y="5295480"/>
            <a:ext cx="1045029" cy="582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Đĩa chủng tuần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45282BC-1BDB-B44D-A8E7-6D5CE33007FA}"/>
              </a:ext>
            </a:extLst>
          </p:cNvPr>
          <p:cNvSpPr/>
          <p:nvPr/>
        </p:nvSpPr>
        <p:spPr>
          <a:xfrm>
            <a:off x="5747684" y="5330010"/>
            <a:ext cx="1045029" cy="582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Đĩa chủng tuần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89E113-B966-9240-8064-DED6FFA9EA20}"/>
              </a:ext>
            </a:extLst>
          </p:cNvPr>
          <p:cNvSpPr/>
          <p:nvPr/>
        </p:nvSpPr>
        <p:spPr>
          <a:xfrm>
            <a:off x="3907994" y="5330010"/>
            <a:ext cx="1045029" cy="5828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Đĩa chủng tuần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9C67D4-E9B1-BC49-9E1B-374451C29717}"/>
              </a:ext>
            </a:extLst>
          </p:cNvPr>
          <p:cNvCxnSpPr/>
          <p:nvPr/>
        </p:nvCxnSpPr>
        <p:spPr>
          <a:xfrm>
            <a:off x="3619939" y="939523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7A6407-0345-3D4A-AB2F-07D19D766F0C}"/>
              </a:ext>
            </a:extLst>
          </p:cNvPr>
          <p:cNvCxnSpPr>
            <a:cxnSpLocks/>
          </p:cNvCxnSpPr>
          <p:nvPr/>
        </p:nvCxnSpPr>
        <p:spPr>
          <a:xfrm flipV="1">
            <a:off x="582835" y="2170444"/>
            <a:ext cx="62299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43DC8D-0363-3342-B69F-3402D24166B3}"/>
              </a:ext>
            </a:extLst>
          </p:cNvPr>
          <p:cNvCxnSpPr/>
          <p:nvPr/>
        </p:nvCxnSpPr>
        <p:spPr>
          <a:xfrm>
            <a:off x="582835" y="2170444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093F28-1D24-1A4A-A1B7-15F556D28871}"/>
              </a:ext>
            </a:extLst>
          </p:cNvPr>
          <p:cNvCxnSpPr/>
          <p:nvPr/>
        </p:nvCxnSpPr>
        <p:spPr>
          <a:xfrm>
            <a:off x="2652795" y="2170444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E5C2C7-A580-7A4E-AC5F-10C676A06C44}"/>
              </a:ext>
            </a:extLst>
          </p:cNvPr>
          <p:cNvCxnSpPr/>
          <p:nvPr/>
        </p:nvCxnSpPr>
        <p:spPr>
          <a:xfrm>
            <a:off x="3677724" y="3732961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4CC5A0-517E-444D-A974-2634BF58BDEC}"/>
              </a:ext>
            </a:extLst>
          </p:cNvPr>
          <p:cNvCxnSpPr/>
          <p:nvPr/>
        </p:nvCxnSpPr>
        <p:spPr>
          <a:xfrm>
            <a:off x="4719402" y="2170444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16F2E7-535F-0445-A746-31E31281F8B1}"/>
              </a:ext>
            </a:extLst>
          </p:cNvPr>
          <p:cNvCxnSpPr/>
          <p:nvPr/>
        </p:nvCxnSpPr>
        <p:spPr>
          <a:xfrm>
            <a:off x="6821183" y="2170444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02A7E8-9908-1747-8B8F-DB9243C89732}"/>
              </a:ext>
            </a:extLst>
          </p:cNvPr>
          <p:cNvCxnSpPr>
            <a:cxnSpLocks/>
          </p:cNvCxnSpPr>
          <p:nvPr/>
        </p:nvCxnSpPr>
        <p:spPr>
          <a:xfrm flipV="1">
            <a:off x="562735" y="3732961"/>
            <a:ext cx="62299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D5B9D8-E028-F04F-99E0-9EB0DBA0E9B6}"/>
              </a:ext>
            </a:extLst>
          </p:cNvPr>
          <p:cNvCxnSpPr>
            <a:cxnSpLocks/>
          </p:cNvCxnSpPr>
          <p:nvPr/>
        </p:nvCxnSpPr>
        <p:spPr>
          <a:xfrm>
            <a:off x="904382" y="4906099"/>
            <a:ext cx="5389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BE20AE-462A-2D4A-9741-278E461350F4}"/>
              </a:ext>
            </a:extLst>
          </p:cNvPr>
          <p:cNvCxnSpPr>
            <a:cxnSpLocks/>
          </p:cNvCxnSpPr>
          <p:nvPr/>
        </p:nvCxnSpPr>
        <p:spPr>
          <a:xfrm>
            <a:off x="889757" y="4898574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DECD03-35E1-1D4A-BB5F-FDE818FAEB02}"/>
              </a:ext>
            </a:extLst>
          </p:cNvPr>
          <p:cNvCxnSpPr>
            <a:cxnSpLocks/>
          </p:cNvCxnSpPr>
          <p:nvPr/>
        </p:nvCxnSpPr>
        <p:spPr>
          <a:xfrm>
            <a:off x="6293652" y="4906098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B74031-C3BE-B44E-A285-429FD65EC75A}"/>
              </a:ext>
            </a:extLst>
          </p:cNvPr>
          <p:cNvCxnSpPr>
            <a:cxnSpLocks/>
          </p:cNvCxnSpPr>
          <p:nvPr/>
        </p:nvCxnSpPr>
        <p:spPr>
          <a:xfrm>
            <a:off x="4408800" y="4911114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FF6AE0F-BA33-1846-B873-903B78B9317F}"/>
              </a:ext>
            </a:extLst>
          </p:cNvPr>
          <p:cNvCxnSpPr>
            <a:cxnSpLocks/>
          </p:cNvCxnSpPr>
          <p:nvPr/>
        </p:nvCxnSpPr>
        <p:spPr>
          <a:xfrm>
            <a:off x="2598366" y="4906098"/>
            <a:ext cx="0" cy="326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BC9442-6B15-6248-A870-4A07C1FDD7FB}"/>
              </a:ext>
            </a:extLst>
          </p:cNvPr>
          <p:cNvCxnSpPr/>
          <p:nvPr/>
        </p:nvCxnSpPr>
        <p:spPr>
          <a:xfrm>
            <a:off x="572787" y="3486781"/>
            <a:ext cx="0" cy="24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19A33D-D98D-AA40-A7E4-026DA16FE4BE}"/>
              </a:ext>
            </a:extLst>
          </p:cNvPr>
          <p:cNvCxnSpPr/>
          <p:nvPr/>
        </p:nvCxnSpPr>
        <p:spPr>
          <a:xfrm>
            <a:off x="2654470" y="3480084"/>
            <a:ext cx="0" cy="24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C71F09D-7FCF-2A43-BDC1-590E57BA7C04}"/>
              </a:ext>
            </a:extLst>
          </p:cNvPr>
          <p:cNvCxnSpPr/>
          <p:nvPr/>
        </p:nvCxnSpPr>
        <p:spPr>
          <a:xfrm>
            <a:off x="6786014" y="3485109"/>
            <a:ext cx="0" cy="24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1E9D309-F93F-FC4C-BBC6-FEBDE2115207}"/>
              </a:ext>
            </a:extLst>
          </p:cNvPr>
          <p:cNvCxnSpPr/>
          <p:nvPr/>
        </p:nvCxnSpPr>
        <p:spPr>
          <a:xfrm>
            <a:off x="4719402" y="3501856"/>
            <a:ext cx="0" cy="24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F2970B-A171-9147-A65B-65C2D80095F0}"/>
              </a:ext>
            </a:extLst>
          </p:cNvPr>
          <p:cNvCxnSpPr/>
          <p:nvPr/>
        </p:nvCxnSpPr>
        <p:spPr>
          <a:xfrm>
            <a:off x="3687772" y="4664937"/>
            <a:ext cx="0" cy="24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1E5AB89-EA56-2943-85F3-3CC89285D8F7}"/>
              </a:ext>
            </a:extLst>
          </p:cNvPr>
          <p:cNvSpPr txBox="1"/>
          <p:nvPr/>
        </p:nvSpPr>
        <p:spPr>
          <a:xfrm>
            <a:off x="4545189" y="140678"/>
            <a:ext cx="18020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VN" sz="1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Chủng gốc: </a:t>
            </a:r>
            <a:r>
              <a:rPr lang="en-V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 5 ăng </a:t>
            </a:r>
          </a:p>
          <a:p>
            <a:pPr algn="ctr"/>
            <a:r>
              <a:rPr lang="en-V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 cho 5 lần ria giữ chủng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FD23139-7E38-1246-A374-302B8A4F8EC9}"/>
              </a:ext>
            </a:extLst>
          </p:cNvPr>
          <p:cNvCxnSpPr/>
          <p:nvPr/>
        </p:nvCxnSpPr>
        <p:spPr>
          <a:xfrm>
            <a:off x="3640039" y="1939336"/>
            <a:ext cx="0" cy="241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179587A-59F6-5F40-B972-C4208A62D049}"/>
              </a:ext>
            </a:extLst>
          </p:cNvPr>
          <p:cNvSpPr txBox="1"/>
          <p:nvPr/>
        </p:nvSpPr>
        <p:spPr>
          <a:xfrm>
            <a:off x="4545189" y="1445377"/>
            <a:ext cx="2004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Đĩa gốc: </a:t>
            </a:r>
            <a:r>
              <a:rPr lang="en-V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cấy từ chủng gốc ra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4F5BEF-0492-7844-8840-AF1E79C5D530}"/>
              </a:ext>
            </a:extLst>
          </p:cNvPr>
          <p:cNvSpPr txBox="1"/>
          <p:nvPr/>
        </p:nvSpPr>
        <p:spPr>
          <a:xfrm>
            <a:off x="7314791" y="2542229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 đĩa gốc giữ chủng chuẩn </a:t>
            </a:r>
          </a:p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V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4 ống lưu chủng có 25</a:t>
            </a:r>
          </a:p>
          <a:p>
            <a:r>
              <a:rPr lang="en-V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viên bi cao su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B5E68FA-3F84-E341-8AF5-720F8A4D51C8}"/>
                  </a:ext>
                </a:extLst>
              </p:cNvPr>
              <p:cNvSpPr txBox="1"/>
              <p:nvPr/>
            </p:nvSpPr>
            <p:spPr>
              <a:xfrm>
                <a:off x="4395373" y="4093380"/>
                <a:ext cx="351410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VN" sz="1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Chủng tháng: </a:t>
                </a:r>
              </a:p>
              <a:p>
                <a:r>
                  <a:rPr lang="en-VN" sz="1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Mỗi lần sử dụng 1 viên bi để cấy chủng tháng, </a:t>
                </a:r>
              </a:p>
              <a:p>
                <a:r>
                  <a:rPr lang="en-VN" sz="1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Chủng này sẽ sử dụng trong 1 tháng, bảo quản ở nhiệt độ 2-8</a:t>
                </a:r>
                <a14:m>
                  <m:oMath xmlns:m="http://schemas.openxmlformats.org/officeDocument/2006/math">
                    <m:r>
                      <a:rPr lang="en-VN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VN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B5E68FA-3F84-E341-8AF5-720F8A4D5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373" y="4093380"/>
                <a:ext cx="3514104" cy="553998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9A86349B-7E7F-A04B-A0A8-96FDDA65E5AE}"/>
              </a:ext>
            </a:extLst>
          </p:cNvPr>
          <p:cNvSpPr txBox="1"/>
          <p:nvPr/>
        </p:nvSpPr>
        <p:spPr>
          <a:xfrm>
            <a:off x="6718669" y="5330010"/>
            <a:ext cx="25057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Chủng tuần: </a:t>
            </a:r>
          </a:p>
          <a:p>
            <a:pPr algn="ctr"/>
            <a:r>
              <a:rPr lang="en-V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Là chủng cấy chuyển và sủ dụng hàng ngày </a:t>
            </a:r>
          </a:p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</a:t>
            </a:r>
            <a:r>
              <a:rPr lang="en-VN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ử dụng trong 1 tuần là bỏ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521A4A-A750-4D44-9B6B-0F2FB13A0385}"/>
              </a:ext>
            </a:extLst>
          </p:cNvPr>
          <p:cNvSpPr txBox="1"/>
          <p:nvPr/>
        </p:nvSpPr>
        <p:spPr>
          <a:xfrm>
            <a:off x="2694688" y="23859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F1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7DA0C7-30F5-8F46-BF7B-271C7DE879B3}"/>
              </a:ext>
            </a:extLst>
          </p:cNvPr>
          <p:cNvSpPr txBox="1"/>
          <p:nvPr/>
        </p:nvSpPr>
        <p:spPr>
          <a:xfrm>
            <a:off x="2547904" y="137720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F1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35D2C6-B9C8-B74E-B5AA-2FFECFCBAE37}"/>
              </a:ext>
            </a:extLst>
          </p:cNvPr>
          <p:cNvSpPr txBox="1"/>
          <p:nvPr/>
        </p:nvSpPr>
        <p:spPr>
          <a:xfrm>
            <a:off x="1356527" y="296426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F2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45D9A4-7962-B845-9824-6A0D30E8E297}"/>
              </a:ext>
            </a:extLst>
          </p:cNvPr>
          <p:cNvSpPr txBox="1"/>
          <p:nvPr/>
        </p:nvSpPr>
        <p:spPr>
          <a:xfrm>
            <a:off x="2642777" y="423029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F2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83C3E-D686-6E4D-9707-E06E284243A1}"/>
              </a:ext>
            </a:extLst>
          </p:cNvPr>
          <p:cNvSpPr txBox="1"/>
          <p:nvPr/>
        </p:nvSpPr>
        <p:spPr>
          <a:xfrm>
            <a:off x="-72646" y="53664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</a:rPr>
              <a:t>F3</a:t>
            </a:r>
          </a:p>
        </p:txBody>
      </p:sp>
    </p:spTree>
    <p:extLst>
      <p:ext uri="{BB962C8B-B14F-4D97-AF65-F5344CB8AC3E}">
        <p14:creationId xmlns:p14="http://schemas.microsoft.com/office/powerpoint/2010/main" val="2771147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AB62-3A8B-6A49-8C48-0500F933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20165"/>
          </a:xfrm>
        </p:spPr>
        <p:txBody>
          <a:bodyPr>
            <a:normAutofit/>
          </a:bodyPr>
          <a:lstStyle/>
          <a:p>
            <a:pPr algn="ctr"/>
            <a:r>
              <a:rPr lang="en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HIỆN QC HÀNG NGÀY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1DB94-5A4B-6A40-A097-58CF18350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1558" y="1845735"/>
            <a:ext cx="3703320" cy="402336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QC 30 ngày liên tiếp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Với khoanh giấy kháng sinh: thử nghiệm chấp nhận được khi không quá </a:t>
            </a:r>
            <a:r>
              <a:rPr lang="en-V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3/30</a:t>
            </a:r>
            <a:r>
              <a:rPr lang="en-V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liên tiếp cho mỗi phối hợp 1KS/1 chủng nằm ngoài giới hạn cho phép </a:t>
            </a:r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(trong trường hợp vượt quá phòng thi nghiệm phải tìm nguyên nhân và hành động khắc phục)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Với Card QC 30 ngày liên tiếp cho 1 loại Card với 1 loại chủng chuẩn: kết quả được chấp nhận khi không quá 3/30 nằm ngoài giới hạn cho phép </a:t>
            </a:r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(Phải đúng tất cả các tính chất thử nghiệm, chỉ cần 1 tính chất ngoài giới hạn coi như card đó bị out)</a:t>
            </a:r>
          </a:p>
          <a:p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 ý: QC thực hiện cho mỗi lô KS, mỗi mẻ môi trường mới, mỗi lần nhận KS, môi trường.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32A30-75AF-B84F-9018-95F90C131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9124" y="1852622"/>
            <a:ext cx="3703320" cy="402336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QC 20 ngày liên tiếp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Với khoanh giấy kháng sinh: thử nghiệm chấp nhận được khi không quá </a:t>
            </a:r>
            <a:r>
              <a:rPr lang="en-V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1/20</a:t>
            </a:r>
            <a:r>
              <a:rPr lang="en-V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liên tiếp cho mỗi phối hợp 1KS/1 chủng nằm ngoài giới hạn cho phép </a:t>
            </a:r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(trong trường hợp vượt quá phòng thi nghiệm phải tìm nguyên nhân và hành động khắc phục)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Với Card QC 20 ngày liên tiếp cho 1 loại Card với 1 loại chủng chuẩn: kết quả được chấp nhận khi không quá 1/20 nằm ngoài giới hạn cho phép </a:t>
            </a:r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(Phải đúng tất cả các tính chất thử nghiệm, chỉ cần 1 tính chất ngoài giới hạn coi như card đó bị out)</a:t>
            </a:r>
          </a:p>
          <a:p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 ý: QC thực hiện cho mỗi lô KS, mỗi mẻ môi trường mới, mỗi lần nhận KS, môi trường.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5543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498D-C3A2-8946-9005-C18D9A9D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80455"/>
          </a:xfrm>
        </p:spPr>
        <p:txBody>
          <a:bodyPr>
            <a:normAutofit/>
          </a:bodyPr>
          <a:lstStyle/>
          <a:p>
            <a:pPr algn="ctr"/>
            <a:r>
              <a:rPr lang="en-V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HIỆN QC TUẦN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7D9A-969B-3B4A-B520-8103789A2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Điều kiện QC hàng ngày sang hàng tuần:</a:t>
            </a:r>
          </a:p>
          <a:p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 nghiệm tất cả các chủng chuẩn 20-30 lần liên tiếp và ghi nhận kết quả đều chấp nhận sẽ chuyển sang QC Tuần.</a:t>
            </a:r>
          </a:p>
          <a:p>
            <a:r>
              <a:rPr lang="en-V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trường hợp có thêm một loại kháng sinh mới hoặc thay đổi nhà sản xuất cần thử nghiệm 20-30 ngày liên tiếp và ghi nhận kết quả trước khi được thử nghiệm hàng tuần.</a:t>
            </a:r>
          </a:p>
        </p:txBody>
      </p:sp>
    </p:spTree>
    <p:extLst>
      <p:ext uri="{BB962C8B-B14F-4D97-AF65-F5344CB8AC3E}">
        <p14:creationId xmlns:p14="http://schemas.microsoft.com/office/powerpoint/2010/main" val="23392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D13FD5-F0D2-3341-8335-6CE05787F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732645"/>
              </p:ext>
            </p:extLst>
          </p:nvPr>
        </p:nvGraphicFramePr>
        <p:xfrm>
          <a:off x="291402" y="659861"/>
          <a:ext cx="8772211" cy="563041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1581">
                  <a:extLst>
                    <a:ext uri="{9D8B030D-6E8A-4147-A177-3AD203B41FA5}">
                      <a16:colId xmlns:a16="http://schemas.microsoft.com/office/drawing/2014/main" val="3089344714"/>
                    </a:ext>
                  </a:extLst>
                </a:gridCol>
                <a:gridCol w="2464987">
                  <a:extLst>
                    <a:ext uri="{9D8B030D-6E8A-4147-A177-3AD203B41FA5}">
                      <a16:colId xmlns:a16="http://schemas.microsoft.com/office/drawing/2014/main" val="4140406376"/>
                    </a:ext>
                  </a:extLst>
                </a:gridCol>
                <a:gridCol w="316395">
                  <a:extLst>
                    <a:ext uri="{9D8B030D-6E8A-4147-A177-3AD203B41FA5}">
                      <a16:colId xmlns:a16="http://schemas.microsoft.com/office/drawing/2014/main" val="2116936607"/>
                    </a:ext>
                  </a:extLst>
                </a:gridCol>
                <a:gridCol w="3135000">
                  <a:extLst>
                    <a:ext uri="{9D8B030D-6E8A-4147-A177-3AD203B41FA5}">
                      <a16:colId xmlns:a16="http://schemas.microsoft.com/office/drawing/2014/main" val="1375156254"/>
                    </a:ext>
                  </a:extLst>
                </a:gridCol>
                <a:gridCol w="272968">
                  <a:extLst>
                    <a:ext uri="{9D8B030D-6E8A-4147-A177-3AD203B41FA5}">
                      <a16:colId xmlns:a16="http://schemas.microsoft.com/office/drawing/2014/main" val="1189213468"/>
                    </a:ext>
                  </a:extLst>
                </a:gridCol>
                <a:gridCol w="2291280">
                  <a:extLst>
                    <a:ext uri="{9D8B030D-6E8A-4147-A177-3AD203B41FA5}">
                      <a16:colId xmlns:a16="http://schemas.microsoft.com/office/drawing/2014/main" val="451783159"/>
                    </a:ext>
                  </a:extLst>
                </a:gridCol>
              </a:tblGrid>
              <a:tr h="2038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effectLst/>
                        </a:rPr>
                        <a:t>Danh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mục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chủng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chuẩn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chạy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trên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máy</a:t>
                      </a:r>
                      <a:r>
                        <a:rPr lang="en-US" sz="1000" b="1" u="none" strike="noStrike" dirty="0">
                          <a:effectLst/>
                        </a:rPr>
                        <a:t> VITEK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1" u="none" strike="noStrike">
                          <a:effectLst/>
                        </a:rPr>
                        <a:t> </a:t>
                      </a:r>
                      <a:endParaRPr lang="en-VN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Danh mục chủng chuẩn TỐI THIỂU chạy trên máy VITEK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1" u="none" strike="noStrike">
                          <a:effectLst/>
                        </a:rPr>
                        <a:t> </a:t>
                      </a:r>
                      <a:endParaRPr lang="en-VN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effectLst/>
                        </a:rPr>
                        <a:t>Đanh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mục</a:t>
                      </a:r>
                      <a:r>
                        <a:rPr lang="en-US" sz="1000" b="1" u="none" strike="noStrike" dirty="0">
                          <a:effectLst/>
                        </a:rPr>
                        <a:t> khoa </a:t>
                      </a:r>
                      <a:r>
                        <a:rPr lang="en-US" sz="1000" b="1" u="none" strike="noStrike" dirty="0" err="1">
                          <a:effectLst/>
                        </a:rPr>
                        <a:t>dự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trù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4191217801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4284739253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Thẻ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định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GN (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Trực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khuẩn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Gram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âm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Thẻ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định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GN (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Trực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khuẩn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Gram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âm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Thẻ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định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GN (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Trực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khuẩn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Gram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âm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2101569545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Enterobacter </a:t>
                      </a:r>
                      <a:r>
                        <a:rPr lang="en-US" sz="800" u="none" strike="noStrike" dirty="0" err="1">
                          <a:effectLst/>
                        </a:rPr>
                        <a:t>hormaechei</a:t>
                      </a:r>
                      <a:r>
                        <a:rPr lang="en-US" sz="800" u="none" strike="noStrike" dirty="0">
                          <a:effectLst/>
                        </a:rPr>
                        <a:t> ATCC® 700323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Enterobacter </a:t>
                      </a:r>
                      <a:r>
                        <a:rPr lang="en-US" sz="800" u="none" strike="noStrike" dirty="0" err="1">
                          <a:effectLst/>
                        </a:rPr>
                        <a:t>hormaechei</a:t>
                      </a:r>
                      <a:r>
                        <a:rPr lang="en-US" sz="800" u="none" strike="noStrike" dirty="0">
                          <a:effectLst/>
                        </a:rPr>
                        <a:t> ATCC® 700323</a:t>
                      </a:r>
                      <a:endParaRPr lang="en-US" sz="8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Enterobacter hormaechei ATCC® 700323™*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2847304347"/>
                  </a:ext>
                </a:extLst>
              </a:tr>
              <a:tr h="287389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Stenotrophomonas </a:t>
                      </a:r>
                      <a:r>
                        <a:rPr lang="en-US" sz="800" u="none" strike="noStrike" dirty="0" err="1">
                          <a:effectLst/>
                        </a:rPr>
                        <a:t>maltophilia</a:t>
                      </a:r>
                      <a:r>
                        <a:rPr lang="en-US" sz="800" u="none" strike="noStrike" dirty="0">
                          <a:effectLst/>
                        </a:rPr>
                        <a:t> ATCC® 17666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Stenotrophomonas maltophilia ATCC® 17666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2368547145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8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Thẻ định danh GP (Cầu khuẩn Gram dương)</a:t>
                      </a:r>
                      <a:endParaRPr lang="vi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8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Thẻ định danh GP (Cầu khuẩn Gram dương)</a:t>
                      </a:r>
                      <a:endParaRPr lang="vi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VN" sz="8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8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Thẻ định danh GP (Cầu khuẩn Gram dương)</a:t>
                      </a:r>
                      <a:endParaRPr lang="vi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814822559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Enterococcus </a:t>
                      </a:r>
                      <a:r>
                        <a:rPr lang="en-US" sz="800" u="none" strike="noStrike" dirty="0" err="1">
                          <a:effectLst/>
                        </a:rPr>
                        <a:t>casseiliflavus</a:t>
                      </a:r>
                      <a:r>
                        <a:rPr lang="en-US" sz="800" u="none" strike="noStrike" dirty="0">
                          <a:effectLst/>
                        </a:rPr>
                        <a:t> ATCC® 700327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Enterococcus </a:t>
                      </a:r>
                      <a:r>
                        <a:rPr lang="en-US" sz="800" u="none" strike="noStrike" dirty="0" err="1">
                          <a:effectLst/>
                        </a:rPr>
                        <a:t>casseiliflavus</a:t>
                      </a:r>
                      <a:r>
                        <a:rPr lang="en-US" sz="800" u="none" strike="noStrike" dirty="0">
                          <a:effectLst/>
                        </a:rPr>
                        <a:t> ATCC® 700327</a:t>
                      </a:r>
                      <a:endParaRPr lang="en-US" sz="8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1054515375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Staphylococcus saprophyticus ATCC® BAA-750™</a:t>
                      </a:r>
                      <a:endParaRPr lang="en-US" sz="8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Staphylococcus saprophyticus ATCC® BAA-750™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3391809726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Thẻ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định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nấm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YST (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Nấm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men)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trực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khuẩn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Gram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âm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trực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khuẩn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Gram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âm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1111006749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Candida albicans ATCC® 14053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Escheriachia coli ATCC 25922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Escherichia coli ATCC® 25922™*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4204690934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Thẻ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định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NH (Neisseria/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Haemophilus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Pseudomonas aeruginosa ATCC 27853</a:t>
                      </a:r>
                      <a:endParaRPr lang="en-US" sz="8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2944864267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</a:rPr>
                        <a:t>Eikenella</a:t>
                      </a:r>
                      <a:r>
                        <a:rPr lang="en-US" sz="800" u="none" strike="noStrike" dirty="0">
                          <a:effectLst/>
                        </a:rPr>
                        <a:t> </a:t>
                      </a:r>
                      <a:r>
                        <a:rPr lang="en-US" sz="800" u="none" strike="noStrike" dirty="0" err="1">
                          <a:effectLst/>
                        </a:rPr>
                        <a:t>corrodens</a:t>
                      </a:r>
                      <a:r>
                        <a:rPr lang="en-US" sz="800" u="none" strike="noStrike" dirty="0">
                          <a:effectLst/>
                        </a:rPr>
                        <a:t> ATCC BAA-1152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VN" sz="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800" u="none" strike="noStrike" dirty="0">
                          <a:effectLst/>
                        </a:rPr>
                        <a:t>Kháng sinh đồ cầu khuẩn Gram dương</a:t>
                      </a:r>
                      <a:endParaRPr lang="vi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VN" sz="800" b="1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800" u="none" strike="noStrike" dirty="0">
                          <a:effectLst/>
                        </a:rPr>
                        <a:t>Kháng sinh đồ cầu khuẩn Gram dương</a:t>
                      </a:r>
                      <a:endParaRPr lang="vi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2109355939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Thẻ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định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ANC (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kỵ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khí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và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Corynebacteria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Enterococcus faecalis ATCC 29212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Staphylococcus aureus ATCC 29213</a:t>
                      </a:r>
                      <a:endParaRPr lang="en-US" sz="8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43572485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Clostridium </a:t>
                      </a:r>
                      <a:r>
                        <a:rPr lang="en-US" sz="800" u="none" strike="noStrike" dirty="0" err="1">
                          <a:effectLst/>
                        </a:rPr>
                        <a:t>septicum</a:t>
                      </a:r>
                      <a:r>
                        <a:rPr lang="en-US" sz="800" u="none" strike="noStrike" dirty="0">
                          <a:effectLst/>
                        </a:rPr>
                        <a:t> ATCC 12464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Enterococcus faecalis ATCC 51299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1689523497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Bacteroides ovatus ATCC BAA-1296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29213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4071955603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trực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khuẩn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Gram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âm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Liên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cầu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Liên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cầu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842043263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Escheriachia coli ATCC 25922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Streptococcus pneumoniae ATCC 49619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1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Streptococcus pneumoniae ATCC® 49619™*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282758607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Escheriachia coli ATCC 35218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910871156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Klebsiella pneumoniae ATCC 700603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Khoanh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giấy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221989799"/>
                  </a:ext>
                </a:extLst>
              </a:tr>
              <a:tr h="173343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Pseudomonas aeruginosa ATCC 27853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Haemophilus influenzae ATCC® 49247™*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ctr"/>
                </a:tc>
                <a:extLst>
                  <a:ext uri="{0D108BD9-81ED-4DB2-BD59-A6C34878D82A}">
                    <a16:rowId xmlns:a16="http://schemas.microsoft.com/office/drawing/2014/main" val="3408806423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Kháng sinh đồ cầu khuẩn Gram dương</a:t>
                      </a:r>
                      <a:endParaRPr lang="vi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2646940542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 dirty="0">
                          <a:effectLst/>
                        </a:rPr>
                        <a:t>Enterococcus faecalis ATCC 29212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960703765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Enterococcus faecalis ATCC 51299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2874736302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29213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3888401135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BAA-976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3452758678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BAA-977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398673088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BAA-1026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76472277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Liên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cầu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3245397117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Streptococcus pneumoniae ATCC 49619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1598300712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29213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748594485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Staphylococcus aureus ATCC BAA-977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1655130740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endParaRPr lang="en-VN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Kháng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sinh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đồ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8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nấm</a:t>
                      </a:r>
                      <a:r>
                        <a:rPr lang="en-US" sz="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men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3967728435"/>
                  </a:ext>
                </a:extLst>
              </a:tr>
              <a:tr h="163148"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Candida kreusel ATCC® 6258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VN" sz="800" u="none" strike="noStrike" dirty="0">
                          <a:effectLst/>
                        </a:rPr>
                        <a:t> </a:t>
                      </a:r>
                      <a:endParaRPr lang="en-VN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0" anchor="b"/>
                </a:tc>
                <a:extLst>
                  <a:ext uri="{0D108BD9-81ED-4DB2-BD59-A6C34878D82A}">
                    <a16:rowId xmlns:a16="http://schemas.microsoft.com/office/drawing/2014/main" val="10661435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1FAFC6C-595D-DA43-8D7C-67EF065AA6A9}"/>
              </a:ext>
            </a:extLst>
          </p:cNvPr>
          <p:cNvSpPr txBox="1"/>
          <p:nvPr/>
        </p:nvSpPr>
        <p:spPr>
          <a:xfrm>
            <a:off x="3215472" y="170822"/>
            <a:ext cx="4220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DANH SÁCH CHỦNG CHUẨN</a:t>
            </a:r>
            <a:endParaRPr lang="en-V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1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0661" y="246185"/>
            <a:ext cx="8241324" cy="2473569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bliqueBottomLeft"/>
            <a:lightRig rig="threePt" dir="t"/>
          </a:scene3d>
        </p:spPr>
        <p:txBody>
          <a:bodyPr>
            <a:normAutofit fontScale="925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201168" lvl="1" indent="0" algn="ctr">
              <a:lnSpc>
                <a:spcPct val="150000"/>
              </a:lnSpc>
              <a:buNone/>
            </a:pPr>
            <a:endParaRPr lang="vi-VN" sz="3800" b="1" dirty="0">
              <a:ln w="11430"/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lnSpc>
                <a:spcPct val="150000"/>
              </a:lnSpc>
              <a:buNone/>
            </a:pPr>
            <a:r>
              <a:rPr lang="vi-VN" sz="3200" b="1" dirty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NHÓM XÉT NGHIỆM SINH HỌC PHÂN TỬ</a:t>
            </a:r>
            <a:br>
              <a:rPr lang="vi-VN" sz="3600" b="1" dirty="0"/>
            </a:br>
            <a:endParaRPr lang="en-US" sz="3800" b="1" dirty="0">
              <a:ln w="11430"/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Google Shape;585;p37"/>
          <p:cNvSpPr/>
          <p:nvPr/>
        </p:nvSpPr>
        <p:spPr>
          <a:xfrm>
            <a:off x="1512277" y="2473401"/>
            <a:ext cx="5838092" cy="3481922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A6BCC9"/>
          </a:solidFill>
          <a:ln w="9525" cap="flat" cmpd="sng">
            <a:solidFill>
              <a:srgbClr val="DE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7322" y="2480100"/>
            <a:ext cx="8488002" cy="2352406"/>
          </a:xfrm>
          <a:prstGeom prst="rect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bliqueBottomLeft"/>
            <a:lightRig rig="threePt" dir="t"/>
          </a:scene3d>
        </p:spPr>
        <p:txBody>
          <a:bodyPr vert="horz" lIns="0" tIns="45720" rIns="0" bIns="45720" rtlCol="0">
            <a:normAutofit fontScale="70000" lnSpcReduction="20000"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 algn="ctr">
              <a:lnSpc>
                <a:spcPct val="150000"/>
              </a:lnSpc>
              <a:buFont typeface="Calibri" pitchFamily="34" charset="0"/>
              <a:buNone/>
            </a:pPr>
            <a:endParaRPr lang="vi-VN" sz="3800" b="1" dirty="0">
              <a:ln/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lnSpc>
                <a:spcPct val="150000"/>
              </a:lnSpc>
              <a:buFont typeface="Calibri" pitchFamily="34" charset="0"/>
              <a:buNone/>
            </a:pPr>
            <a:r>
              <a:rPr lang="vi-VN" sz="3800" b="1" dirty="0">
                <a:ln/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HBV ĐO TẢI LƯỢNG </a:t>
            </a:r>
          </a:p>
          <a:p>
            <a:pPr marL="201168" lvl="1" indent="0" algn="ctr">
              <a:lnSpc>
                <a:spcPct val="150000"/>
              </a:lnSpc>
              <a:buFont typeface="Calibri" pitchFamily="34" charset="0"/>
              <a:buNone/>
            </a:pPr>
            <a:r>
              <a:rPr lang="vi-VN" sz="3800" b="1" dirty="0">
                <a:ln/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HỆ THỐNG TỰ ĐỘNG</a:t>
            </a:r>
            <a:br>
              <a:rPr lang="vi-VN" sz="3600" b="1" dirty="0">
                <a:ln/>
                <a:solidFill>
                  <a:schemeClr val="accent3"/>
                </a:solidFill>
              </a:rPr>
            </a:br>
            <a:endParaRPr lang="en-US" sz="3800" b="1" dirty="0">
              <a:ln/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13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860" y="0"/>
            <a:ext cx="920086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0C27F-429E-479C-B775-F23DCC8BD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078" y="4213913"/>
            <a:ext cx="7391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5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Trân</a:t>
            </a:r>
            <a:r>
              <a:rPr lang="en-US" sz="5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sz="5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sz="5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ơn</a:t>
            </a:r>
            <a:r>
              <a:rPr lang="en-US" sz="5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4408100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6986</TotalTime>
  <Words>1470</Words>
  <Application>Microsoft Macintosh PowerPoint</Application>
  <PresentationFormat>On-screen Show (4:3)</PresentationFormat>
  <Paragraphs>272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Retrospect</vt:lpstr>
      <vt:lpstr>PowerPoint Presentation</vt:lpstr>
      <vt:lpstr>NHIỆM VỤ CỦA UỶ BAN THỬ NGHIỆM NHẠY CẢM KHÁNG SINH</vt:lpstr>
      <vt:lpstr>I. LỰA CHỌN KS VÀ THỬ NGHIỆM  BÁO CÁO</vt:lpstr>
      <vt:lpstr>Thử nghiệm báo cáo theo nhóm</vt:lpstr>
      <vt:lpstr>PowerPoint Presentation</vt:lpstr>
      <vt:lpstr>PowerPoint Presentation</vt:lpstr>
      <vt:lpstr>PowerPoint Presentation</vt:lpstr>
      <vt:lpstr>PowerPoint Presentation</vt:lpstr>
      <vt:lpstr>CHỦNG CHUẨN QC</vt:lpstr>
      <vt:lpstr>PowerPoint Presentation</vt:lpstr>
      <vt:lpstr>THỰC HIỆN QC HÀNG NGÀY</vt:lpstr>
      <vt:lpstr>THỰC HIỆN QC TUẦN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kết quả điều trị phẫu thuật mổ mở sỏi thận tại bệnh viện Đức Giang giai đoạn 2015-2017</dc:title>
  <dc:creator>Minh Hoan LAI</dc:creator>
  <cp:lastModifiedBy>Microsoft Office User</cp:lastModifiedBy>
  <cp:revision>525</cp:revision>
  <dcterms:created xsi:type="dcterms:W3CDTF">2017-04-07T15:22:11Z</dcterms:created>
  <dcterms:modified xsi:type="dcterms:W3CDTF">2021-01-18T11:30:15Z</dcterms:modified>
</cp:coreProperties>
</file>