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0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solidFill>
            <a:srgbClr val="0054A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999500"/>
            <a:ext cx="914400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Trang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2026-01-29T02:22:27Z</dcterms:created>
  <dcterms:modified xsi:type="dcterms:W3CDTF">2026-01-29T02:22:27Z</dcterms:modified>
</cp:coreProperties>
</file>